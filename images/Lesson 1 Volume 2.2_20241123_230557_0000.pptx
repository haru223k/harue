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BM Plex Serif" charset="1" panose="02060503050406000203"/>
      <p:regular r:id="rId11"/>
    </p:embeddedFont>
    <p:embeddedFont>
      <p:font typeface="IBM Plex Serif Italics" charset="1" panose="02060503050406000203"/>
      <p:regular r:id="rId12"/>
    </p:embeddedFont>
    <p:embeddedFont>
      <p:font typeface="IBM Plex Sans Bold" charset="1" panose="020B0803050203000203"/>
      <p:regular r:id="rId13"/>
    </p:embeddedFont>
    <p:embeddedFont>
      <p:font typeface="IBM Plex Serif Medium" charset="1" panose="02060603050406000203"/>
      <p:regular r:id="rId14"/>
    </p:embeddedFont>
    <p:embeddedFont>
      <p:font typeface="IBM Plex Serif Medium Italics" charset="1" panose="02060603050406000203"/>
      <p:regular r:id="rId15"/>
    </p:embeddedFont>
    <p:embeddedFont>
      <p:font typeface="IBM Plex Serif Bold Italics" charset="1" panose="02060803050406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27.png" Type="http://schemas.openxmlformats.org/officeDocument/2006/relationships/image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27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34.png" Type="http://schemas.openxmlformats.org/officeDocument/2006/relationships/image"/><Relationship Id="rId12" Target="../media/image43.jpeg" Type="http://schemas.openxmlformats.org/officeDocument/2006/relationships/image"/><Relationship Id="rId13" Target="../media/VAGXUNn7GRA.mp4" Type="http://schemas.openxmlformats.org/officeDocument/2006/relationships/video"/><Relationship Id="rId14" Target="../media/VAGXUNn7GRA.mp4" Type="http://schemas.microsoft.com/office/2007/relationships/media"/><Relationship Id="rId15" Target="../media/image44.jpe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27.pn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7.png" Type="http://schemas.openxmlformats.org/officeDocument/2006/relationships/image"/><Relationship Id="rId9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B0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7923" y="4497062"/>
            <a:ext cx="14092229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FDF7F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Harue SkinCare Shop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4156210">
            <a:off x="1750890" y="-2354313"/>
            <a:ext cx="3005292" cy="5820107"/>
          </a:xfrm>
          <a:custGeom>
            <a:avLst/>
            <a:gdLst/>
            <a:ahLst/>
            <a:cxnLst/>
            <a:rect r="r" b="b" t="t" l="l"/>
            <a:pathLst>
              <a:path h="5820107" w="3005292">
                <a:moveTo>
                  <a:pt x="0" y="5820107"/>
                </a:moveTo>
                <a:lnTo>
                  <a:pt x="3005291" y="5820107"/>
                </a:lnTo>
                <a:lnTo>
                  <a:pt x="3005291" y="0"/>
                </a:lnTo>
                <a:lnTo>
                  <a:pt x="0" y="0"/>
                </a:lnTo>
                <a:lnTo>
                  <a:pt x="0" y="58201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99999">
            <a:off x="4135579" y="-718942"/>
            <a:ext cx="5376197" cy="2157199"/>
          </a:xfrm>
          <a:custGeom>
            <a:avLst/>
            <a:gdLst/>
            <a:ahLst/>
            <a:cxnLst/>
            <a:rect r="r" b="b" t="t" l="l"/>
            <a:pathLst>
              <a:path h="2157199" w="5376197">
                <a:moveTo>
                  <a:pt x="0" y="0"/>
                </a:moveTo>
                <a:lnTo>
                  <a:pt x="5376196" y="0"/>
                </a:lnTo>
                <a:lnTo>
                  <a:pt x="5376196" y="2157199"/>
                </a:lnTo>
                <a:lnTo>
                  <a:pt x="0" y="2157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725641">
            <a:off x="11176501" y="6885833"/>
            <a:ext cx="3758269" cy="7278338"/>
          </a:xfrm>
          <a:custGeom>
            <a:avLst/>
            <a:gdLst/>
            <a:ahLst/>
            <a:cxnLst/>
            <a:rect r="r" b="b" t="t" l="l"/>
            <a:pathLst>
              <a:path h="7278338" w="3758269">
                <a:moveTo>
                  <a:pt x="0" y="7278338"/>
                </a:moveTo>
                <a:lnTo>
                  <a:pt x="3758269" y="7278338"/>
                </a:lnTo>
                <a:lnTo>
                  <a:pt x="3758269" y="0"/>
                </a:lnTo>
                <a:lnTo>
                  <a:pt x="0" y="0"/>
                </a:lnTo>
                <a:lnTo>
                  <a:pt x="0" y="72783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66355">
            <a:off x="14943165" y="6916923"/>
            <a:ext cx="4846318" cy="4682754"/>
          </a:xfrm>
          <a:custGeom>
            <a:avLst/>
            <a:gdLst/>
            <a:ahLst/>
            <a:cxnLst/>
            <a:rect r="r" b="b" t="t" l="l"/>
            <a:pathLst>
              <a:path h="4682754" w="4846318">
                <a:moveTo>
                  <a:pt x="0" y="0"/>
                </a:moveTo>
                <a:lnTo>
                  <a:pt x="4846318" y="0"/>
                </a:lnTo>
                <a:lnTo>
                  <a:pt x="4846318" y="4682754"/>
                </a:lnTo>
                <a:lnTo>
                  <a:pt x="0" y="4682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373035">
            <a:off x="15642887" y="7054058"/>
            <a:ext cx="1302834" cy="1336863"/>
          </a:xfrm>
          <a:custGeom>
            <a:avLst/>
            <a:gdLst/>
            <a:ahLst/>
            <a:cxnLst/>
            <a:rect r="r" b="b" t="t" l="l"/>
            <a:pathLst>
              <a:path h="1336863" w="1302834">
                <a:moveTo>
                  <a:pt x="0" y="0"/>
                </a:moveTo>
                <a:lnTo>
                  <a:pt x="1302834" y="0"/>
                </a:lnTo>
                <a:lnTo>
                  <a:pt x="1302834" y="1336863"/>
                </a:lnTo>
                <a:lnTo>
                  <a:pt x="0" y="1336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5045" y="5767518"/>
            <a:ext cx="4690585" cy="997815"/>
          </a:xfrm>
          <a:custGeom>
            <a:avLst/>
            <a:gdLst/>
            <a:ahLst/>
            <a:cxnLst/>
            <a:rect r="r" b="b" t="t" l="l"/>
            <a:pathLst>
              <a:path h="997815" w="4690585">
                <a:moveTo>
                  <a:pt x="0" y="0"/>
                </a:moveTo>
                <a:lnTo>
                  <a:pt x="4690586" y="0"/>
                </a:lnTo>
                <a:lnTo>
                  <a:pt x="4690586" y="997816"/>
                </a:lnTo>
                <a:lnTo>
                  <a:pt x="0" y="997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8090" y="832029"/>
            <a:ext cx="4351796" cy="3229734"/>
            <a:chOff x="0" y="0"/>
            <a:chExt cx="5802395" cy="4306313"/>
          </a:xfrm>
        </p:grpSpPr>
        <p:sp>
          <p:nvSpPr>
            <p:cNvPr name="Freeform 10" id="10"/>
            <p:cNvSpPr/>
            <p:nvPr/>
          </p:nvSpPr>
          <p:spPr>
            <a:xfrm flipH="true" flipV="false" rot="1092729">
              <a:off x="3213869" y="310667"/>
              <a:ext cx="2321531" cy="2080672"/>
            </a:xfrm>
            <a:custGeom>
              <a:avLst/>
              <a:gdLst/>
              <a:ahLst/>
              <a:cxnLst/>
              <a:rect r="r" b="b" t="t" l="l"/>
              <a:pathLst>
                <a:path h="2080672" w="2321531">
                  <a:moveTo>
                    <a:pt x="2321531" y="0"/>
                  </a:moveTo>
                  <a:lnTo>
                    <a:pt x="0" y="0"/>
                  </a:lnTo>
                  <a:lnTo>
                    <a:pt x="0" y="2080672"/>
                  </a:lnTo>
                  <a:lnTo>
                    <a:pt x="2321531" y="2080672"/>
                  </a:lnTo>
                  <a:lnTo>
                    <a:pt x="2321531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true" rot="6096560">
              <a:off x="251995" y="620955"/>
              <a:ext cx="3446844" cy="3325225"/>
            </a:xfrm>
            <a:custGeom>
              <a:avLst/>
              <a:gdLst/>
              <a:ahLst/>
              <a:cxnLst/>
              <a:rect r="r" b="b" t="t" l="l"/>
              <a:pathLst>
                <a:path h="3325225" w="3446844">
                  <a:moveTo>
                    <a:pt x="0" y="3325225"/>
                  </a:moveTo>
                  <a:lnTo>
                    <a:pt x="3446844" y="3325225"/>
                  </a:lnTo>
                  <a:lnTo>
                    <a:pt x="3446844" y="0"/>
                  </a:lnTo>
                  <a:lnTo>
                    <a:pt x="0" y="0"/>
                  </a:lnTo>
                  <a:lnTo>
                    <a:pt x="0" y="3325225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42768" t="0" r="0" b="-3588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B0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66355">
            <a:off x="-2902946" y="7425283"/>
            <a:ext cx="4846318" cy="4682754"/>
          </a:xfrm>
          <a:custGeom>
            <a:avLst/>
            <a:gdLst/>
            <a:ahLst/>
            <a:cxnLst/>
            <a:rect r="r" b="b" t="t" l="l"/>
            <a:pathLst>
              <a:path h="4682754" w="4846318">
                <a:moveTo>
                  <a:pt x="0" y="0"/>
                </a:moveTo>
                <a:lnTo>
                  <a:pt x="4846318" y="0"/>
                </a:lnTo>
                <a:lnTo>
                  <a:pt x="4846318" y="4682754"/>
                </a:lnTo>
                <a:lnTo>
                  <a:pt x="0" y="4682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65289">
            <a:off x="827975" y="9082520"/>
            <a:ext cx="5021551" cy="2014897"/>
          </a:xfrm>
          <a:custGeom>
            <a:avLst/>
            <a:gdLst/>
            <a:ahLst/>
            <a:cxnLst/>
            <a:rect r="r" b="b" t="t" l="l"/>
            <a:pathLst>
              <a:path h="2014897" w="5021551">
                <a:moveTo>
                  <a:pt x="5021551" y="0"/>
                </a:moveTo>
                <a:lnTo>
                  <a:pt x="0" y="0"/>
                </a:lnTo>
                <a:lnTo>
                  <a:pt x="0" y="2014897"/>
                </a:lnTo>
                <a:lnTo>
                  <a:pt x="5021551" y="2014897"/>
                </a:lnTo>
                <a:lnTo>
                  <a:pt x="502155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340836">
            <a:off x="3405223" y="8353155"/>
            <a:ext cx="3031038" cy="1493475"/>
          </a:xfrm>
          <a:custGeom>
            <a:avLst/>
            <a:gdLst/>
            <a:ahLst/>
            <a:cxnLst/>
            <a:rect r="r" b="b" t="t" l="l"/>
            <a:pathLst>
              <a:path h="1493475" w="3031038">
                <a:moveTo>
                  <a:pt x="3031038" y="0"/>
                </a:moveTo>
                <a:lnTo>
                  <a:pt x="0" y="0"/>
                </a:lnTo>
                <a:lnTo>
                  <a:pt x="0" y="1493475"/>
                </a:lnTo>
                <a:lnTo>
                  <a:pt x="3031038" y="1493475"/>
                </a:lnTo>
                <a:lnTo>
                  <a:pt x="30310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193418">
            <a:off x="8716536" y="-790954"/>
            <a:ext cx="10612424" cy="11041770"/>
          </a:xfrm>
          <a:custGeom>
            <a:avLst/>
            <a:gdLst/>
            <a:ahLst/>
            <a:cxnLst/>
            <a:rect r="r" b="b" t="t" l="l"/>
            <a:pathLst>
              <a:path h="11041770" w="10612424">
                <a:moveTo>
                  <a:pt x="0" y="0"/>
                </a:moveTo>
                <a:lnTo>
                  <a:pt x="10612424" y="0"/>
                </a:lnTo>
                <a:lnTo>
                  <a:pt x="10612424" y="11041771"/>
                </a:lnTo>
                <a:lnTo>
                  <a:pt x="0" y="11041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3233" t="-42615" r="0" b="-71401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352102">
            <a:off x="10033150" y="1782690"/>
            <a:ext cx="6721646" cy="6721619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27548" t="0" r="-3004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true" rot="-3106759">
            <a:off x="10696944" y="6978654"/>
            <a:ext cx="1994574" cy="2756320"/>
          </a:xfrm>
          <a:custGeom>
            <a:avLst/>
            <a:gdLst/>
            <a:ahLst/>
            <a:cxnLst/>
            <a:rect r="r" b="b" t="t" l="l"/>
            <a:pathLst>
              <a:path h="2756320" w="1994574">
                <a:moveTo>
                  <a:pt x="0" y="2756321"/>
                </a:moveTo>
                <a:lnTo>
                  <a:pt x="1994574" y="2756321"/>
                </a:lnTo>
                <a:lnTo>
                  <a:pt x="1994574" y="0"/>
                </a:lnTo>
                <a:lnTo>
                  <a:pt x="0" y="0"/>
                </a:lnTo>
                <a:lnTo>
                  <a:pt x="0" y="275632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10250">
            <a:off x="15312908" y="1318225"/>
            <a:ext cx="2025101" cy="2297987"/>
          </a:xfrm>
          <a:custGeom>
            <a:avLst/>
            <a:gdLst/>
            <a:ahLst/>
            <a:cxnLst/>
            <a:rect r="r" b="b" t="t" l="l"/>
            <a:pathLst>
              <a:path h="2297987" w="2025101">
                <a:moveTo>
                  <a:pt x="0" y="0"/>
                </a:moveTo>
                <a:lnTo>
                  <a:pt x="2025100" y="0"/>
                </a:lnTo>
                <a:lnTo>
                  <a:pt x="2025100" y="2297987"/>
                </a:lnTo>
                <a:lnTo>
                  <a:pt x="0" y="2297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914301">
            <a:off x="10130180" y="2460905"/>
            <a:ext cx="685798" cy="443751"/>
          </a:xfrm>
          <a:custGeom>
            <a:avLst/>
            <a:gdLst/>
            <a:ahLst/>
            <a:cxnLst/>
            <a:rect r="r" b="b" t="t" l="l"/>
            <a:pathLst>
              <a:path h="443751" w="685798">
                <a:moveTo>
                  <a:pt x="0" y="0"/>
                </a:moveTo>
                <a:lnTo>
                  <a:pt x="685798" y="0"/>
                </a:lnTo>
                <a:lnTo>
                  <a:pt x="685798" y="443751"/>
                </a:lnTo>
                <a:lnTo>
                  <a:pt x="0" y="4437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01176" t="0" r="-146191" b="-32752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337866">
            <a:off x="16994634" y="7596037"/>
            <a:ext cx="4681236" cy="4851022"/>
          </a:xfrm>
          <a:custGeom>
            <a:avLst/>
            <a:gdLst/>
            <a:ahLst/>
            <a:cxnLst/>
            <a:rect r="r" b="b" t="t" l="l"/>
            <a:pathLst>
              <a:path h="4851022" w="4681236">
                <a:moveTo>
                  <a:pt x="0" y="0"/>
                </a:moveTo>
                <a:lnTo>
                  <a:pt x="4681237" y="0"/>
                </a:lnTo>
                <a:lnTo>
                  <a:pt x="4681237" y="4851023"/>
                </a:lnTo>
                <a:lnTo>
                  <a:pt x="0" y="48510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9173" y="2252560"/>
            <a:ext cx="8687004" cy="610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Establish an online platform for selling skincare products.</a:t>
            </a:r>
          </a:p>
          <a:p>
            <a:pPr algn="l">
              <a:lnSpc>
                <a:spcPts val="4839"/>
              </a:lnSpc>
            </a:pPr>
          </a:p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Share skincare knowledge and tips to empower users.</a:t>
            </a:r>
          </a:p>
          <a:p>
            <a:pPr algn="l">
              <a:lnSpc>
                <a:spcPts val="4839"/>
              </a:lnSpc>
            </a:pPr>
          </a:p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Build a trusted brand presence in Myanmar’s online skincare market.</a:t>
            </a:r>
          </a:p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91573" y="7891360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486322" y="3223297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07485" y="591175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Objective of the Project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919900">
            <a:off x="8837101" y="-5530110"/>
            <a:ext cx="18029008" cy="16029427"/>
          </a:xfrm>
          <a:custGeom>
            <a:avLst/>
            <a:gdLst/>
            <a:ahLst/>
            <a:cxnLst/>
            <a:rect r="r" b="b" t="t" l="l"/>
            <a:pathLst>
              <a:path h="16029427" w="18029008">
                <a:moveTo>
                  <a:pt x="18029007" y="16029427"/>
                </a:moveTo>
                <a:lnTo>
                  <a:pt x="0" y="16029427"/>
                </a:lnTo>
                <a:lnTo>
                  <a:pt x="0" y="0"/>
                </a:lnTo>
                <a:lnTo>
                  <a:pt x="18029007" y="0"/>
                </a:lnTo>
                <a:lnTo>
                  <a:pt x="18029007" y="160294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4510574">
            <a:off x="3432584" y="7947597"/>
            <a:ext cx="2946675" cy="5706590"/>
          </a:xfrm>
          <a:custGeom>
            <a:avLst/>
            <a:gdLst/>
            <a:ahLst/>
            <a:cxnLst/>
            <a:rect r="r" b="b" t="t" l="l"/>
            <a:pathLst>
              <a:path h="5706590" w="2946675">
                <a:moveTo>
                  <a:pt x="2946675" y="5706590"/>
                </a:moveTo>
                <a:lnTo>
                  <a:pt x="0" y="5706590"/>
                </a:lnTo>
                <a:lnTo>
                  <a:pt x="0" y="0"/>
                </a:lnTo>
                <a:lnTo>
                  <a:pt x="2946675" y="0"/>
                </a:lnTo>
                <a:lnTo>
                  <a:pt x="2946675" y="5706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88869"/>
            <a:ext cx="12567095" cy="529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HTML</a:t>
            </a:r>
          </a:p>
          <a:p>
            <a:pPr algn="l">
              <a:lnSpc>
                <a:spcPts val="6090"/>
              </a:lnSpc>
            </a:pPr>
          </a:p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CSS</a:t>
            </a:r>
          </a:p>
          <a:p>
            <a:pPr algn="l">
              <a:lnSpc>
                <a:spcPts val="6090"/>
              </a:lnSpc>
            </a:pPr>
          </a:p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JavaScript</a:t>
            </a:r>
          </a:p>
          <a:p>
            <a:pPr algn="l">
              <a:lnSpc>
                <a:spcPts val="6090"/>
              </a:lnSpc>
            </a:pPr>
          </a:p>
          <a:p>
            <a:pPr algn="l" marL="0" indent="0" lvl="0">
              <a:lnSpc>
                <a:spcPts val="609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-496418">
            <a:off x="9319673" y="2150854"/>
            <a:ext cx="2180137" cy="2599269"/>
          </a:xfrm>
          <a:custGeom>
            <a:avLst/>
            <a:gdLst/>
            <a:ahLst/>
            <a:cxnLst/>
            <a:rect r="r" b="b" t="t" l="l"/>
            <a:pathLst>
              <a:path h="2599269" w="2180137">
                <a:moveTo>
                  <a:pt x="2180137" y="0"/>
                </a:moveTo>
                <a:lnTo>
                  <a:pt x="0" y="0"/>
                </a:lnTo>
                <a:lnTo>
                  <a:pt x="0" y="2599269"/>
                </a:lnTo>
                <a:lnTo>
                  <a:pt x="2180137" y="2599269"/>
                </a:lnTo>
                <a:lnTo>
                  <a:pt x="218013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07953">
            <a:off x="14792196" y="6983086"/>
            <a:ext cx="1988337" cy="1396807"/>
          </a:xfrm>
          <a:custGeom>
            <a:avLst/>
            <a:gdLst/>
            <a:ahLst/>
            <a:cxnLst/>
            <a:rect r="r" b="b" t="t" l="l"/>
            <a:pathLst>
              <a:path h="1396807" w="1988337">
                <a:moveTo>
                  <a:pt x="0" y="0"/>
                </a:moveTo>
                <a:lnTo>
                  <a:pt x="1988337" y="0"/>
                </a:lnTo>
                <a:lnTo>
                  <a:pt x="1988337" y="1396807"/>
                </a:lnTo>
                <a:lnTo>
                  <a:pt x="0" y="1396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742076">
            <a:off x="4127409" y="7933967"/>
            <a:ext cx="1589021" cy="1683731"/>
          </a:xfrm>
          <a:custGeom>
            <a:avLst/>
            <a:gdLst/>
            <a:ahLst/>
            <a:cxnLst/>
            <a:rect r="r" b="b" t="t" l="l"/>
            <a:pathLst>
              <a:path h="1683731" w="1589021">
                <a:moveTo>
                  <a:pt x="0" y="0"/>
                </a:moveTo>
                <a:lnTo>
                  <a:pt x="1589021" y="0"/>
                </a:lnTo>
                <a:lnTo>
                  <a:pt x="1589021" y="1683731"/>
                </a:lnTo>
                <a:lnTo>
                  <a:pt x="0" y="16837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337866">
            <a:off x="-1311918" y="7603798"/>
            <a:ext cx="4681236" cy="4851022"/>
          </a:xfrm>
          <a:custGeom>
            <a:avLst/>
            <a:gdLst/>
            <a:ahLst/>
            <a:cxnLst/>
            <a:rect r="r" b="b" t="t" l="l"/>
            <a:pathLst>
              <a:path h="4851022" w="4681236">
                <a:moveTo>
                  <a:pt x="0" y="0"/>
                </a:moveTo>
                <a:lnTo>
                  <a:pt x="4681236" y="0"/>
                </a:lnTo>
                <a:lnTo>
                  <a:pt x="4681236" y="4851023"/>
                </a:lnTo>
                <a:lnTo>
                  <a:pt x="0" y="4851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4458">
            <a:off x="-1579497" y="-1438062"/>
            <a:ext cx="6685530" cy="11513002"/>
          </a:xfrm>
          <a:custGeom>
            <a:avLst/>
            <a:gdLst/>
            <a:ahLst/>
            <a:cxnLst/>
            <a:rect r="r" b="b" t="t" l="l"/>
            <a:pathLst>
              <a:path h="11513002" w="6685530">
                <a:moveTo>
                  <a:pt x="0" y="0"/>
                </a:moveTo>
                <a:lnTo>
                  <a:pt x="6685531" y="0"/>
                </a:lnTo>
                <a:lnTo>
                  <a:pt x="6685531" y="11513002"/>
                </a:lnTo>
                <a:lnTo>
                  <a:pt x="0" y="1151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574" t="-17327" r="0" b="-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371740">
            <a:off x="-115398" y="4799446"/>
            <a:ext cx="5753262" cy="6793786"/>
          </a:xfrm>
          <a:custGeom>
            <a:avLst/>
            <a:gdLst/>
            <a:ahLst/>
            <a:cxnLst/>
            <a:rect r="r" b="b" t="t" l="l"/>
            <a:pathLst>
              <a:path h="6793786" w="5753262">
                <a:moveTo>
                  <a:pt x="0" y="0"/>
                </a:moveTo>
                <a:lnTo>
                  <a:pt x="5753261" y="0"/>
                </a:lnTo>
                <a:lnTo>
                  <a:pt x="5753261" y="6793785"/>
                </a:lnTo>
                <a:lnTo>
                  <a:pt x="0" y="6793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009" t="-51107" r="-8311" b="-5291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217072">
            <a:off x="9842240" y="-3532668"/>
            <a:ext cx="5715270" cy="4832001"/>
          </a:xfrm>
          <a:custGeom>
            <a:avLst/>
            <a:gdLst/>
            <a:ahLst/>
            <a:cxnLst/>
            <a:rect r="r" b="b" t="t" l="l"/>
            <a:pathLst>
              <a:path h="4832001" w="5715270">
                <a:moveTo>
                  <a:pt x="5715270" y="0"/>
                </a:moveTo>
                <a:lnTo>
                  <a:pt x="0" y="0"/>
                </a:lnTo>
                <a:lnTo>
                  <a:pt x="0" y="4832001"/>
                </a:lnTo>
                <a:lnTo>
                  <a:pt x="5715270" y="4832001"/>
                </a:lnTo>
                <a:lnTo>
                  <a:pt x="57152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737227">
            <a:off x="14631449" y="-3841617"/>
            <a:ext cx="6912094" cy="7162791"/>
          </a:xfrm>
          <a:custGeom>
            <a:avLst/>
            <a:gdLst/>
            <a:ahLst/>
            <a:cxnLst/>
            <a:rect r="r" b="b" t="t" l="l"/>
            <a:pathLst>
              <a:path h="7162791" w="6912094">
                <a:moveTo>
                  <a:pt x="0" y="0"/>
                </a:moveTo>
                <a:lnTo>
                  <a:pt x="6912093" y="0"/>
                </a:lnTo>
                <a:lnTo>
                  <a:pt x="6912093" y="7162791"/>
                </a:lnTo>
                <a:lnTo>
                  <a:pt x="0" y="7162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0617942">
            <a:off x="13430306" y="1105113"/>
            <a:ext cx="2925286" cy="1441368"/>
          </a:xfrm>
          <a:custGeom>
            <a:avLst/>
            <a:gdLst/>
            <a:ahLst/>
            <a:cxnLst/>
            <a:rect r="r" b="b" t="t" l="l"/>
            <a:pathLst>
              <a:path h="1441368" w="2925286">
                <a:moveTo>
                  <a:pt x="2925287" y="1441368"/>
                </a:moveTo>
                <a:lnTo>
                  <a:pt x="0" y="1441368"/>
                </a:lnTo>
                <a:lnTo>
                  <a:pt x="0" y="0"/>
                </a:lnTo>
                <a:lnTo>
                  <a:pt x="2925287" y="0"/>
                </a:lnTo>
                <a:lnTo>
                  <a:pt x="2925287" y="144136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996238">
            <a:off x="-1824380" y="7414647"/>
            <a:ext cx="4647778" cy="4816350"/>
          </a:xfrm>
          <a:custGeom>
            <a:avLst/>
            <a:gdLst/>
            <a:ahLst/>
            <a:cxnLst/>
            <a:rect r="r" b="b" t="t" l="l"/>
            <a:pathLst>
              <a:path h="4816350" w="4647778">
                <a:moveTo>
                  <a:pt x="0" y="0"/>
                </a:moveTo>
                <a:lnTo>
                  <a:pt x="4647777" y="0"/>
                </a:lnTo>
                <a:lnTo>
                  <a:pt x="4647777" y="4816350"/>
                </a:lnTo>
                <a:lnTo>
                  <a:pt x="0" y="4816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359712">
            <a:off x="2369416" y="3351051"/>
            <a:ext cx="965003" cy="807093"/>
          </a:xfrm>
          <a:custGeom>
            <a:avLst/>
            <a:gdLst/>
            <a:ahLst/>
            <a:cxnLst/>
            <a:rect r="r" b="b" t="t" l="l"/>
            <a:pathLst>
              <a:path h="807093" w="965003">
                <a:moveTo>
                  <a:pt x="0" y="0"/>
                </a:moveTo>
                <a:lnTo>
                  <a:pt x="965002" y="0"/>
                </a:lnTo>
                <a:lnTo>
                  <a:pt x="965002" y="807094"/>
                </a:lnTo>
                <a:lnTo>
                  <a:pt x="0" y="8070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742076">
            <a:off x="6337353" y="7178204"/>
            <a:ext cx="1685677" cy="1786148"/>
          </a:xfrm>
          <a:custGeom>
            <a:avLst/>
            <a:gdLst/>
            <a:ahLst/>
            <a:cxnLst/>
            <a:rect r="r" b="b" t="t" l="l"/>
            <a:pathLst>
              <a:path h="1786148" w="1685677">
                <a:moveTo>
                  <a:pt x="0" y="0"/>
                </a:moveTo>
                <a:lnTo>
                  <a:pt x="1685678" y="0"/>
                </a:lnTo>
                <a:lnTo>
                  <a:pt x="1685678" y="1786149"/>
                </a:lnTo>
                <a:lnTo>
                  <a:pt x="0" y="17861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499508" y="1028700"/>
            <a:ext cx="9684310" cy="5205317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8707358" y="5143500"/>
            <a:ext cx="2429898" cy="3428428"/>
          </a:xfrm>
          <a:custGeom>
            <a:avLst/>
            <a:gdLst/>
            <a:ahLst/>
            <a:cxnLst/>
            <a:rect r="r" b="b" t="t" l="l"/>
            <a:pathLst>
              <a:path h="3428428" w="2429898">
                <a:moveTo>
                  <a:pt x="0" y="0"/>
                </a:moveTo>
                <a:lnTo>
                  <a:pt x="2429899" y="0"/>
                </a:lnTo>
                <a:lnTo>
                  <a:pt x="2429899" y="3428428"/>
                </a:lnTo>
                <a:lnTo>
                  <a:pt x="0" y="34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68254" y="4099703"/>
            <a:ext cx="10283603" cy="381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3137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JavaScript Swiper</a:t>
            </a: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 marL="0" indent="0" lvl="0">
              <a:lnSpc>
                <a:spcPts val="439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549448" y="2848953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  <a:spcBef>
                <a:spcPct val="0"/>
              </a:spcBef>
            </a:pPr>
            <a:r>
              <a:rPr lang="en-US" sz="4399" i="true">
                <a:solidFill>
                  <a:srgbClr val="30A193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Watch Reviw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802" y="4343642"/>
            <a:ext cx="5386718" cy="1607534"/>
            <a:chOff x="0" y="0"/>
            <a:chExt cx="1351853" cy="403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222971">
            <a:off x="6512197" y="-1839091"/>
            <a:ext cx="13974557" cy="14043001"/>
          </a:xfrm>
          <a:custGeom>
            <a:avLst/>
            <a:gdLst/>
            <a:ahLst/>
            <a:cxnLst/>
            <a:rect r="r" b="b" t="t" l="l"/>
            <a:pathLst>
              <a:path h="14043001" w="13974557">
                <a:moveTo>
                  <a:pt x="0" y="0"/>
                </a:moveTo>
                <a:lnTo>
                  <a:pt x="13974557" y="0"/>
                </a:lnTo>
                <a:lnTo>
                  <a:pt x="13974557" y="14043001"/>
                </a:lnTo>
                <a:lnTo>
                  <a:pt x="0" y="1404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32" t="0" r="-2894" b="-86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6186077">
            <a:off x="6590780" y="7362239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5"/>
                </a:moveTo>
                <a:lnTo>
                  <a:pt x="3274224" y="6340925"/>
                </a:lnTo>
                <a:lnTo>
                  <a:pt x="3274224" y="0"/>
                </a:lnTo>
                <a:lnTo>
                  <a:pt x="0" y="0"/>
                </a:lnTo>
                <a:lnTo>
                  <a:pt x="0" y="6340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956674">
            <a:off x="7918551" y="6854357"/>
            <a:ext cx="3762603" cy="2992643"/>
          </a:xfrm>
          <a:custGeom>
            <a:avLst/>
            <a:gdLst/>
            <a:ahLst/>
            <a:cxnLst/>
            <a:rect r="r" b="b" t="t" l="l"/>
            <a:pathLst>
              <a:path h="2992643" w="3762603">
                <a:moveTo>
                  <a:pt x="0" y="0"/>
                </a:moveTo>
                <a:lnTo>
                  <a:pt x="3762603" y="0"/>
                </a:lnTo>
                <a:lnTo>
                  <a:pt x="3762603" y="2992643"/>
                </a:lnTo>
                <a:lnTo>
                  <a:pt x="0" y="2992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251056">
            <a:off x="3104434" y="6098109"/>
            <a:ext cx="3665350" cy="2915292"/>
          </a:xfrm>
          <a:custGeom>
            <a:avLst/>
            <a:gdLst/>
            <a:ahLst/>
            <a:cxnLst/>
            <a:rect r="r" b="b" t="t" l="l"/>
            <a:pathLst>
              <a:path h="2915292" w="3665350">
                <a:moveTo>
                  <a:pt x="0" y="0"/>
                </a:moveTo>
                <a:lnTo>
                  <a:pt x="3665350" y="0"/>
                </a:lnTo>
                <a:lnTo>
                  <a:pt x="3665350" y="2915292"/>
                </a:lnTo>
                <a:lnTo>
                  <a:pt x="0" y="2915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6070798">
            <a:off x="1340310" y="-3471795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6"/>
                </a:moveTo>
                <a:lnTo>
                  <a:pt x="3274223" y="6340926"/>
                </a:lnTo>
                <a:lnTo>
                  <a:pt x="3274223" y="0"/>
                </a:lnTo>
                <a:lnTo>
                  <a:pt x="0" y="0"/>
                </a:lnTo>
                <a:lnTo>
                  <a:pt x="0" y="6340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82079">
            <a:off x="-4831978" y="-3088623"/>
            <a:ext cx="6912094" cy="7162791"/>
          </a:xfrm>
          <a:custGeom>
            <a:avLst/>
            <a:gdLst/>
            <a:ahLst/>
            <a:cxnLst/>
            <a:rect r="r" b="b" t="t" l="l"/>
            <a:pathLst>
              <a:path h="7162791" w="6912094">
                <a:moveTo>
                  <a:pt x="0" y="0"/>
                </a:moveTo>
                <a:lnTo>
                  <a:pt x="6912094" y="0"/>
                </a:lnTo>
                <a:lnTo>
                  <a:pt x="6912094" y="7162791"/>
                </a:lnTo>
                <a:lnTo>
                  <a:pt x="0" y="7162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3634">
            <a:off x="6039236" y="8257940"/>
            <a:ext cx="2476481" cy="1095843"/>
          </a:xfrm>
          <a:custGeom>
            <a:avLst/>
            <a:gdLst/>
            <a:ahLst/>
            <a:cxnLst/>
            <a:rect r="r" b="b" t="t" l="l"/>
            <a:pathLst>
              <a:path h="1095843" w="2476481">
                <a:moveTo>
                  <a:pt x="0" y="0"/>
                </a:moveTo>
                <a:lnTo>
                  <a:pt x="2476481" y="0"/>
                </a:lnTo>
                <a:lnTo>
                  <a:pt x="2476481" y="1095842"/>
                </a:lnTo>
                <a:lnTo>
                  <a:pt x="0" y="10958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35813" y="6472411"/>
            <a:ext cx="3301296" cy="784093"/>
            <a:chOff x="0" y="0"/>
            <a:chExt cx="4401728" cy="104545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563499" y="0"/>
              <a:ext cx="3838228" cy="1045457"/>
              <a:chOff x="0" y="0"/>
              <a:chExt cx="5342877" cy="14552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-3302" y="-6096"/>
                <a:ext cx="5346052" cy="1467485"/>
              </a:xfrm>
              <a:custGeom>
                <a:avLst/>
                <a:gdLst/>
                <a:ahLst/>
                <a:cxnLst/>
                <a:rect r="r" b="b" t="t" l="l"/>
                <a:pathLst>
                  <a:path h="1467485" w="5346052">
                    <a:moveTo>
                      <a:pt x="5317350" y="453009"/>
                    </a:moveTo>
                    <a:cubicBezTo>
                      <a:pt x="5313413" y="418465"/>
                      <a:pt x="5299062" y="385953"/>
                      <a:pt x="5275948" y="360045"/>
                    </a:cubicBezTo>
                    <a:cubicBezTo>
                      <a:pt x="5209781" y="285877"/>
                      <a:pt x="5066906" y="134493"/>
                      <a:pt x="4980419" y="101092"/>
                    </a:cubicBezTo>
                    <a:cubicBezTo>
                      <a:pt x="4823193" y="40513"/>
                      <a:pt x="4726800" y="18796"/>
                      <a:pt x="4690097" y="11938"/>
                    </a:cubicBezTo>
                    <a:cubicBezTo>
                      <a:pt x="4679937" y="10033"/>
                      <a:pt x="4669777" y="9144"/>
                      <a:pt x="4659363" y="9144"/>
                    </a:cubicBezTo>
                    <a:lnTo>
                      <a:pt x="730250" y="9144"/>
                    </a:lnTo>
                    <a:cubicBezTo>
                      <a:pt x="725551" y="9144"/>
                      <a:pt x="720852" y="8890"/>
                      <a:pt x="716153" y="8509"/>
                    </a:cubicBezTo>
                    <a:cubicBezTo>
                      <a:pt x="689483" y="6350"/>
                      <a:pt x="581660" y="0"/>
                      <a:pt x="415671" y="22352"/>
                    </a:cubicBezTo>
                    <a:cubicBezTo>
                      <a:pt x="240411" y="45974"/>
                      <a:pt x="160147" y="144399"/>
                      <a:pt x="72009" y="254889"/>
                    </a:cubicBezTo>
                    <a:cubicBezTo>
                      <a:pt x="72009" y="254889"/>
                      <a:pt x="20193" y="322199"/>
                      <a:pt x="11430" y="479171"/>
                    </a:cubicBezTo>
                    <a:cubicBezTo>
                      <a:pt x="5588" y="583057"/>
                      <a:pt x="0" y="752856"/>
                      <a:pt x="5461" y="923671"/>
                    </a:cubicBezTo>
                    <a:cubicBezTo>
                      <a:pt x="8001" y="1003554"/>
                      <a:pt x="43053" y="1079754"/>
                      <a:pt x="81153" y="1146429"/>
                    </a:cubicBezTo>
                    <a:cubicBezTo>
                      <a:pt x="133858" y="1238758"/>
                      <a:pt x="216916" y="1312926"/>
                      <a:pt x="319786" y="1353820"/>
                    </a:cubicBezTo>
                    <a:cubicBezTo>
                      <a:pt x="330581" y="1358138"/>
                      <a:pt x="341249" y="1362202"/>
                      <a:pt x="351790" y="1366266"/>
                    </a:cubicBezTo>
                    <a:cubicBezTo>
                      <a:pt x="403733" y="1386332"/>
                      <a:pt x="449072" y="1402080"/>
                      <a:pt x="487807" y="1414526"/>
                    </a:cubicBezTo>
                    <a:cubicBezTo>
                      <a:pt x="579374" y="1443863"/>
                      <a:pt x="675132" y="1458341"/>
                      <a:pt x="849104" y="1458341"/>
                    </a:cubicBezTo>
                    <a:lnTo>
                      <a:pt x="1319141" y="1458341"/>
                    </a:lnTo>
                    <a:cubicBezTo>
                      <a:pt x="1319141" y="1458341"/>
                      <a:pt x="4010695" y="1458341"/>
                      <a:pt x="4010695" y="1458341"/>
                    </a:cubicBezTo>
                    <a:lnTo>
                      <a:pt x="4601832" y="1458341"/>
                    </a:lnTo>
                    <a:cubicBezTo>
                      <a:pt x="4606531" y="1458341"/>
                      <a:pt x="4611230" y="1458595"/>
                      <a:pt x="4615929" y="1458976"/>
                    </a:cubicBezTo>
                    <a:cubicBezTo>
                      <a:pt x="4642599" y="1461135"/>
                      <a:pt x="4750422" y="1467485"/>
                      <a:pt x="4916411" y="1445133"/>
                    </a:cubicBezTo>
                    <a:cubicBezTo>
                      <a:pt x="5091798" y="1421511"/>
                      <a:pt x="5169141" y="1352931"/>
                      <a:pt x="5257152" y="1242441"/>
                    </a:cubicBezTo>
                    <a:cubicBezTo>
                      <a:pt x="5257152" y="1242441"/>
                      <a:pt x="5257152" y="1242441"/>
                      <a:pt x="5257406" y="1242060"/>
                    </a:cubicBezTo>
                    <a:cubicBezTo>
                      <a:pt x="5292204" y="1195451"/>
                      <a:pt x="5312778" y="1139825"/>
                      <a:pt x="5317096" y="1081913"/>
                    </a:cubicBezTo>
                    <a:cubicBezTo>
                      <a:pt x="5326494" y="955294"/>
                      <a:pt x="5344274" y="727456"/>
                      <a:pt x="5345925" y="719201"/>
                    </a:cubicBezTo>
                    <a:cubicBezTo>
                      <a:pt x="5346052" y="711962"/>
                      <a:pt x="5345671" y="704723"/>
                      <a:pt x="5344909" y="697484"/>
                    </a:cubicBezTo>
                    <a:lnTo>
                      <a:pt x="5317223" y="453136"/>
                    </a:lnTo>
                    <a:close/>
                  </a:path>
                </a:pathLst>
              </a:custGeom>
              <a:solidFill>
                <a:srgbClr val="E6F1EB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54439" y="317203"/>
              <a:ext cx="3317395" cy="420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300"/>
                </a:lnSpc>
              </a:pPr>
              <a:r>
                <a:rPr lang="en-US" b="true" sz="2300">
                  <a:solidFill>
                    <a:srgbClr val="2A3C63"/>
                  </a:solidFill>
                  <a:latin typeface="IBM Plex Serif Medium"/>
                  <a:ea typeface="IBM Plex Serif Medium"/>
                  <a:cs typeface="IBM Plex Serif Medium"/>
                  <a:sym typeface="IBM Plex Serif Medium"/>
                </a:rPr>
                <a:t>25 minutes </a:t>
              </a:r>
              <a:r>
                <a:rPr lang="en-US" b="true" sz="2300" i="true">
                  <a:solidFill>
                    <a:srgbClr val="2A3C63"/>
                  </a:solidFill>
                  <a:latin typeface="IBM Plex Serif Medium Italics"/>
                  <a:ea typeface="IBM Plex Serif Medium Italics"/>
                  <a:cs typeface="IBM Plex Serif Medium Italics"/>
                  <a:sym typeface="IBM Plex Serif Medium Italics"/>
                </a:rPr>
                <a:t>to try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68352">
              <a:off x="4116" y="561230"/>
              <a:ext cx="585433" cy="419914"/>
            </a:xfrm>
            <a:custGeom>
              <a:avLst/>
              <a:gdLst/>
              <a:ahLst/>
              <a:cxnLst/>
              <a:rect r="r" b="b" t="t" l="l"/>
              <a:pathLst>
                <a:path h="419914" w="585433">
                  <a:moveTo>
                    <a:pt x="0" y="0"/>
                  </a:moveTo>
                  <a:lnTo>
                    <a:pt x="585434" y="0"/>
                  </a:lnTo>
                  <a:lnTo>
                    <a:pt x="585434" y="419914"/>
                  </a:lnTo>
                  <a:lnTo>
                    <a:pt x="0" y="419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309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355907" y="1519875"/>
            <a:ext cx="5011235" cy="7516852"/>
            <a:chOff x="0" y="0"/>
            <a:chExt cx="6350000" cy="952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11"/>
              <a:stretch>
                <a:fillRect l="-2968" t="0" r="-2968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920351">
            <a:off x="14684781" y="1120197"/>
            <a:ext cx="2508564" cy="570698"/>
          </a:xfrm>
          <a:custGeom>
            <a:avLst/>
            <a:gdLst/>
            <a:ahLst/>
            <a:cxnLst/>
            <a:rect r="r" b="b" t="t" l="l"/>
            <a:pathLst>
              <a:path h="570698" w="2508564">
                <a:moveTo>
                  <a:pt x="0" y="0"/>
                </a:moveTo>
                <a:lnTo>
                  <a:pt x="2508565" y="0"/>
                </a:lnTo>
                <a:lnTo>
                  <a:pt x="2508565" y="570698"/>
                </a:lnTo>
                <a:lnTo>
                  <a:pt x="0" y="570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92001" y="3505288"/>
            <a:ext cx="62499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One more activity for this lesson...</a:t>
            </a:r>
          </a:p>
        </p:txBody>
      </p:sp>
      <p:sp>
        <p:nvSpPr>
          <p:cNvPr name="TextBox 21" id="21"/>
          <p:cNvSpPr txBox="true"/>
          <p:nvPr/>
        </p:nvSpPr>
        <p:spPr>
          <a:xfrm rot="15128">
            <a:off x="1744963" y="4701112"/>
            <a:ext cx="408825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Ready for your next activity? Click on:</a:t>
            </a:r>
          </a:p>
        </p:txBody>
      </p:sp>
      <p:sp>
        <p:nvSpPr>
          <p:cNvPr name="TextBox 22" id="22"/>
          <p:cNvSpPr txBox="true"/>
          <p:nvPr/>
        </p:nvSpPr>
        <p:spPr>
          <a:xfrm rot="15128">
            <a:off x="1744431" y="5003826"/>
            <a:ext cx="47931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Uncover your interests and chart your future path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DAGWqUHwagc</dc:identifier>
  <dcterms:modified xsi:type="dcterms:W3CDTF">2011-08-01T06:04:30Z</dcterms:modified>
  <cp:revision>1</cp:revision>
  <dc:title>Lesson 1 Volume 2.2</dc:title>
</cp:coreProperties>
</file>