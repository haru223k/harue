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IBM Plex Serif" charset="1" panose="02060503050406000203"/>
      <p:regular r:id="rId14"/>
    </p:embeddedFont>
    <p:embeddedFont>
      <p:font typeface="IBM Plex Serif Italics" charset="1" panose="02060503050406000203"/>
      <p:regular r:id="rId15"/>
    </p:embeddedFont>
    <p:embeddedFont>
      <p:font typeface="IBM Plex Sans Bold" charset="1" panose="020B0803050203000203"/>
      <p:regular r:id="rId16"/>
    </p:embeddedFont>
    <p:embeddedFont>
      <p:font typeface="IBM Plex Serif Bold Italics" charset="1" panose="020608030504060002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svg" Type="http://schemas.openxmlformats.org/officeDocument/2006/relationships/image"/><Relationship Id="rId11" Target="../media/image23.png" Type="http://schemas.openxmlformats.org/officeDocument/2006/relationships/image"/><Relationship Id="rId12" Target="../media/image24.svg" Type="http://schemas.openxmlformats.org/officeDocument/2006/relationships/image"/><Relationship Id="rId13" Target="../media/image25.png" Type="http://schemas.openxmlformats.org/officeDocument/2006/relationships/image"/><Relationship Id="rId14" Target="../media/image26.svg" Type="http://schemas.openxmlformats.org/officeDocument/2006/relationships/image"/><Relationship Id="rId15" Target="../media/image27.png" Type="http://schemas.openxmlformats.org/officeDocument/2006/relationships/image"/><Relationship Id="rId2" Target="../media/image15.png" Type="http://schemas.openxmlformats.org/officeDocument/2006/relationships/image"/><Relationship Id="rId3" Target="../media/image3.pn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jpe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27.png" Type="http://schemas.openxmlformats.org/officeDocument/2006/relationships/image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svg" Type="http://schemas.openxmlformats.org/officeDocument/2006/relationships/image"/><Relationship Id="rId11" Target="../media/image34.png" Type="http://schemas.openxmlformats.org/officeDocument/2006/relationships/image"/><Relationship Id="rId12" Target="../media/image43.jpeg" Type="http://schemas.openxmlformats.org/officeDocument/2006/relationships/image"/><Relationship Id="rId13" Target="../media/VAGXUNn7GRA.mp4" Type="http://schemas.openxmlformats.org/officeDocument/2006/relationships/video"/><Relationship Id="rId14" Target="../media/VAGXUNn7GRA.mp4" Type="http://schemas.microsoft.com/office/2007/relationships/media"/><Relationship Id="rId15" Target="../media/image44.jpeg" Type="http://schemas.openxmlformats.org/officeDocument/2006/relationships/image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27.png" Type="http://schemas.openxmlformats.org/officeDocument/2006/relationships/image"/><Relationship Id="rId7" Target="../media/image39.png" Type="http://schemas.openxmlformats.org/officeDocument/2006/relationships/image"/><Relationship Id="rId8" Target="../media/image40.sv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jpeg" Type="http://schemas.openxmlformats.org/officeDocument/2006/relationships/image"/><Relationship Id="rId11" Target="../media/image53.jpeg" Type="http://schemas.openxmlformats.org/officeDocument/2006/relationships/image"/><Relationship Id="rId2" Target="../media/image45.png" Type="http://schemas.openxmlformats.org/officeDocument/2006/relationships/image"/><Relationship Id="rId3" Target="../media/image46.svg" Type="http://schemas.openxmlformats.org/officeDocument/2006/relationships/image"/><Relationship Id="rId4" Target="../media/image47.png" Type="http://schemas.openxmlformats.org/officeDocument/2006/relationships/image"/><Relationship Id="rId5" Target="../media/image48.svg" Type="http://schemas.openxmlformats.org/officeDocument/2006/relationships/image"/><Relationship Id="rId6" Target="../media/image49.png" Type="http://schemas.openxmlformats.org/officeDocument/2006/relationships/image"/><Relationship Id="rId7" Target="../media/image50.svg" Type="http://schemas.openxmlformats.org/officeDocument/2006/relationships/image"/><Relationship Id="rId8" Target="../media/image27.png" Type="http://schemas.openxmlformats.org/officeDocument/2006/relationships/image"/><Relationship Id="rId9" Target="../media/image5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11" Target="../media/image55.png" Type="http://schemas.openxmlformats.org/officeDocument/2006/relationships/image"/><Relationship Id="rId12" Target="../media/image56.png" Type="http://schemas.openxmlformats.org/officeDocument/2006/relationships/image"/><Relationship Id="rId2" Target="../media/image45.png" Type="http://schemas.openxmlformats.org/officeDocument/2006/relationships/image"/><Relationship Id="rId3" Target="../media/image46.svg" Type="http://schemas.openxmlformats.org/officeDocument/2006/relationships/image"/><Relationship Id="rId4" Target="../media/image47.png" Type="http://schemas.openxmlformats.org/officeDocument/2006/relationships/image"/><Relationship Id="rId5" Target="../media/image48.svg" Type="http://schemas.openxmlformats.org/officeDocument/2006/relationships/image"/><Relationship Id="rId6" Target="../media/image49.png" Type="http://schemas.openxmlformats.org/officeDocument/2006/relationships/image"/><Relationship Id="rId7" Target="../media/image50.svg" Type="http://schemas.openxmlformats.org/officeDocument/2006/relationships/image"/><Relationship Id="rId8" Target="../media/image27.png" Type="http://schemas.openxmlformats.org/officeDocument/2006/relationships/image"/><Relationship Id="rId9" Target="../media/image5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jpeg" Type="http://schemas.openxmlformats.org/officeDocument/2006/relationships/image"/><Relationship Id="rId3" Target="../media/image49.png" Type="http://schemas.openxmlformats.org/officeDocument/2006/relationships/image"/><Relationship Id="rId4" Target="../media/image5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EB0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97923" y="4497062"/>
            <a:ext cx="14092229" cy="14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99"/>
              </a:lnSpc>
            </a:pPr>
            <a:r>
              <a:rPr lang="en-US" sz="9999">
                <a:solidFill>
                  <a:srgbClr val="FDF7F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Harue SkinCare Shop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-4156210">
            <a:off x="1750890" y="-2354313"/>
            <a:ext cx="3005292" cy="5820107"/>
          </a:xfrm>
          <a:custGeom>
            <a:avLst/>
            <a:gdLst/>
            <a:ahLst/>
            <a:cxnLst/>
            <a:rect r="r" b="b" t="t" l="l"/>
            <a:pathLst>
              <a:path h="5820107" w="3005292">
                <a:moveTo>
                  <a:pt x="0" y="5820107"/>
                </a:moveTo>
                <a:lnTo>
                  <a:pt x="3005291" y="5820107"/>
                </a:lnTo>
                <a:lnTo>
                  <a:pt x="3005291" y="0"/>
                </a:lnTo>
                <a:lnTo>
                  <a:pt x="0" y="0"/>
                </a:lnTo>
                <a:lnTo>
                  <a:pt x="0" y="582010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799999">
            <a:off x="4135579" y="-718942"/>
            <a:ext cx="5376197" cy="2157199"/>
          </a:xfrm>
          <a:custGeom>
            <a:avLst/>
            <a:gdLst/>
            <a:ahLst/>
            <a:cxnLst/>
            <a:rect r="r" b="b" t="t" l="l"/>
            <a:pathLst>
              <a:path h="2157199" w="5376197">
                <a:moveTo>
                  <a:pt x="0" y="0"/>
                </a:moveTo>
                <a:lnTo>
                  <a:pt x="5376196" y="0"/>
                </a:lnTo>
                <a:lnTo>
                  <a:pt x="5376196" y="2157199"/>
                </a:lnTo>
                <a:lnTo>
                  <a:pt x="0" y="21571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725641">
            <a:off x="11176501" y="6885833"/>
            <a:ext cx="3758269" cy="7278338"/>
          </a:xfrm>
          <a:custGeom>
            <a:avLst/>
            <a:gdLst/>
            <a:ahLst/>
            <a:cxnLst/>
            <a:rect r="r" b="b" t="t" l="l"/>
            <a:pathLst>
              <a:path h="7278338" w="3758269">
                <a:moveTo>
                  <a:pt x="0" y="7278338"/>
                </a:moveTo>
                <a:lnTo>
                  <a:pt x="3758269" y="7278338"/>
                </a:lnTo>
                <a:lnTo>
                  <a:pt x="3758269" y="0"/>
                </a:lnTo>
                <a:lnTo>
                  <a:pt x="0" y="0"/>
                </a:lnTo>
                <a:lnTo>
                  <a:pt x="0" y="727833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666355">
            <a:off x="14943165" y="6916923"/>
            <a:ext cx="4846318" cy="4682754"/>
          </a:xfrm>
          <a:custGeom>
            <a:avLst/>
            <a:gdLst/>
            <a:ahLst/>
            <a:cxnLst/>
            <a:rect r="r" b="b" t="t" l="l"/>
            <a:pathLst>
              <a:path h="4682754" w="4846318">
                <a:moveTo>
                  <a:pt x="0" y="0"/>
                </a:moveTo>
                <a:lnTo>
                  <a:pt x="4846318" y="0"/>
                </a:lnTo>
                <a:lnTo>
                  <a:pt x="4846318" y="4682754"/>
                </a:lnTo>
                <a:lnTo>
                  <a:pt x="0" y="46827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7373035">
            <a:off x="15642887" y="7054058"/>
            <a:ext cx="1302834" cy="1336863"/>
          </a:xfrm>
          <a:custGeom>
            <a:avLst/>
            <a:gdLst/>
            <a:ahLst/>
            <a:cxnLst/>
            <a:rect r="r" b="b" t="t" l="l"/>
            <a:pathLst>
              <a:path h="1336863" w="1302834">
                <a:moveTo>
                  <a:pt x="0" y="0"/>
                </a:moveTo>
                <a:lnTo>
                  <a:pt x="1302834" y="0"/>
                </a:lnTo>
                <a:lnTo>
                  <a:pt x="1302834" y="1336863"/>
                </a:lnTo>
                <a:lnTo>
                  <a:pt x="0" y="13368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55045" y="5767518"/>
            <a:ext cx="4690585" cy="997815"/>
          </a:xfrm>
          <a:custGeom>
            <a:avLst/>
            <a:gdLst/>
            <a:ahLst/>
            <a:cxnLst/>
            <a:rect r="r" b="b" t="t" l="l"/>
            <a:pathLst>
              <a:path h="997815" w="4690585">
                <a:moveTo>
                  <a:pt x="0" y="0"/>
                </a:moveTo>
                <a:lnTo>
                  <a:pt x="4690586" y="0"/>
                </a:lnTo>
                <a:lnTo>
                  <a:pt x="4690586" y="997816"/>
                </a:lnTo>
                <a:lnTo>
                  <a:pt x="0" y="9978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38090" y="832029"/>
            <a:ext cx="4351796" cy="3229734"/>
            <a:chOff x="0" y="0"/>
            <a:chExt cx="5802395" cy="4306313"/>
          </a:xfrm>
        </p:grpSpPr>
        <p:sp>
          <p:nvSpPr>
            <p:cNvPr name="Freeform 10" id="10"/>
            <p:cNvSpPr/>
            <p:nvPr/>
          </p:nvSpPr>
          <p:spPr>
            <a:xfrm flipH="true" flipV="false" rot="1092729">
              <a:off x="3213869" y="310667"/>
              <a:ext cx="2321531" cy="2080672"/>
            </a:xfrm>
            <a:custGeom>
              <a:avLst/>
              <a:gdLst/>
              <a:ahLst/>
              <a:cxnLst/>
              <a:rect r="r" b="b" t="t" l="l"/>
              <a:pathLst>
                <a:path h="2080672" w="2321531">
                  <a:moveTo>
                    <a:pt x="2321531" y="0"/>
                  </a:moveTo>
                  <a:lnTo>
                    <a:pt x="0" y="0"/>
                  </a:lnTo>
                  <a:lnTo>
                    <a:pt x="0" y="2080672"/>
                  </a:lnTo>
                  <a:lnTo>
                    <a:pt x="2321531" y="2080672"/>
                  </a:lnTo>
                  <a:lnTo>
                    <a:pt x="2321531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1" id="11"/>
            <p:cNvSpPr/>
            <p:nvPr/>
          </p:nvSpPr>
          <p:spPr>
            <a:xfrm flipH="false" flipV="true" rot="6096560">
              <a:off x="251995" y="620955"/>
              <a:ext cx="3446844" cy="3325225"/>
            </a:xfrm>
            <a:custGeom>
              <a:avLst/>
              <a:gdLst/>
              <a:ahLst/>
              <a:cxnLst/>
              <a:rect r="r" b="b" t="t" l="l"/>
              <a:pathLst>
                <a:path h="3325225" w="3446844">
                  <a:moveTo>
                    <a:pt x="0" y="3325225"/>
                  </a:moveTo>
                  <a:lnTo>
                    <a:pt x="3446844" y="3325225"/>
                  </a:lnTo>
                  <a:lnTo>
                    <a:pt x="3446844" y="0"/>
                  </a:lnTo>
                  <a:lnTo>
                    <a:pt x="0" y="0"/>
                  </a:lnTo>
                  <a:lnTo>
                    <a:pt x="0" y="3325225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-42768" t="0" r="0" b="-3588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EB0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66355">
            <a:off x="-2902946" y="7425283"/>
            <a:ext cx="4846318" cy="4682754"/>
          </a:xfrm>
          <a:custGeom>
            <a:avLst/>
            <a:gdLst/>
            <a:ahLst/>
            <a:cxnLst/>
            <a:rect r="r" b="b" t="t" l="l"/>
            <a:pathLst>
              <a:path h="4682754" w="4846318">
                <a:moveTo>
                  <a:pt x="0" y="0"/>
                </a:moveTo>
                <a:lnTo>
                  <a:pt x="4846318" y="0"/>
                </a:lnTo>
                <a:lnTo>
                  <a:pt x="4846318" y="4682754"/>
                </a:lnTo>
                <a:lnTo>
                  <a:pt x="0" y="4682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465289">
            <a:off x="827975" y="9082520"/>
            <a:ext cx="5021551" cy="2014897"/>
          </a:xfrm>
          <a:custGeom>
            <a:avLst/>
            <a:gdLst/>
            <a:ahLst/>
            <a:cxnLst/>
            <a:rect r="r" b="b" t="t" l="l"/>
            <a:pathLst>
              <a:path h="2014897" w="5021551">
                <a:moveTo>
                  <a:pt x="5021551" y="0"/>
                </a:moveTo>
                <a:lnTo>
                  <a:pt x="0" y="0"/>
                </a:lnTo>
                <a:lnTo>
                  <a:pt x="0" y="2014897"/>
                </a:lnTo>
                <a:lnTo>
                  <a:pt x="5021551" y="2014897"/>
                </a:lnTo>
                <a:lnTo>
                  <a:pt x="5021551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340836">
            <a:off x="3405223" y="8353155"/>
            <a:ext cx="3031038" cy="1493475"/>
          </a:xfrm>
          <a:custGeom>
            <a:avLst/>
            <a:gdLst/>
            <a:ahLst/>
            <a:cxnLst/>
            <a:rect r="r" b="b" t="t" l="l"/>
            <a:pathLst>
              <a:path h="1493475" w="3031038">
                <a:moveTo>
                  <a:pt x="3031038" y="0"/>
                </a:moveTo>
                <a:lnTo>
                  <a:pt x="0" y="0"/>
                </a:lnTo>
                <a:lnTo>
                  <a:pt x="0" y="1493475"/>
                </a:lnTo>
                <a:lnTo>
                  <a:pt x="3031038" y="1493475"/>
                </a:lnTo>
                <a:lnTo>
                  <a:pt x="303103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193418">
            <a:off x="8716536" y="-790954"/>
            <a:ext cx="10612424" cy="11041770"/>
          </a:xfrm>
          <a:custGeom>
            <a:avLst/>
            <a:gdLst/>
            <a:ahLst/>
            <a:cxnLst/>
            <a:rect r="r" b="b" t="t" l="l"/>
            <a:pathLst>
              <a:path h="11041770" w="10612424">
                <a:moveTo>
                  <a:pt x="0" y="0"/>
                </a:moveTo>
                <a:lnTo>
                  <a:pt x="10612424" y="0"/>
                </a:lnTo>
                <a:lnTo>
                  <a:pt x="10612424" y="11041771"/>
                </a:lnTo>
                <a:lnTo>
                  <a:pt x="0" y="110417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13233" t="-42615" r="0" b="-71401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352102">
            <a:off x="10033150" y="1782690"/>
            <a:ext cx="6721646" cy="6721619"/>
            <a:chOff x="0" y="0"/>
            <a:chExt cx="6350000" cy="63499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8"/>
              <a:stretch>
                <a:fillRect l="-27548" t="0" r="-30044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true" rot="-3106759">
            <a:off x="10696944" y="6978654"/>
            <a:ext cx="1994574" cy="2756320"/>
          </a:xfrm>
          <a:custGeom>
            <a:avLst/>
            <a:gdLst/>
            <a:ahLst/>
            <a:cxnLst/>
            <a:rect r="r" b="b" t="t" l="l"/>
            <a:pathLst>
              <a:path h="2756320" w="1994574">
                <a:moveTo>
                  <a:pt x="0" y="2756321"/>
                </a:moveTo>
                <a:lnTo>
                  <a:pt x="1994574" y="2756321"/>
                </a:lnTo>
                <a:lnTo>
                  <a:pt x="1994574" y="0"/>
                </a:lnTo>
                <a:lnTo>
                  <a:pt x="0" y="0"/>
                </a:lnTo>
                <a:lnTo>
                  <a:pt x="0" y="2756321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910250">
            <a:off x="15312908" y="1318225"/>
            <a:ext cx="2025101" cy="2297987"/>
          </a:xfrm>
          <a:custGeom>
            <a:avLst/>
            <a:gdLst/>
            <a:ahLst/>
            <a:cxnLst/>
            <a:rect r="r" b="b" t="t" l="l"/>
            <a:pathLst>
              <a:path h="2297987" w="2025101">
                <a:moveTo>
                  <a:pt x="0" y="0"/>
                </a:moveTo>
                <a:lnTo>
                  <a:pt x="2025100" y="0"/>
                </a:lnTo>
                <a:lnTo>
                  <a:pt x="2025100" y="2297987"/>
                </a:lnTo>
                <a:lnTo>
                  <a:pt x="0" y="229798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6914301">
            <a:off x="10130180" y="2460905"/>
            <a:ext cx="685798" cy="443751"/>
          </a:xfrm>
          <a:custGeom>
            <a:avLst/>
            <a:gdLst/>
            <a:ahLst/>
            <a:cxnLst/>
            <a:rect r="r" b="b" t="t" l="l"/>
            <a:pathLst>
              <a:path h="443751" w="685798">
                <a:moveTo>
                  <a:pt x="0" y="0"/>
                </a:moveTo>
                <a:lnTo>
                  <a:pt x="685798" y="0"/>
                </a:lnTo>
                <a:lnTo>
                  <a:pt x="685798" y="443751"/>
                </a:lnTo>
                <a:lnTo>
                  <a:pt x="0" y="44375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101176" t="0" r="-146191" b="-327521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9337866">
            <a:off x="16994634" y="7596037"/>
            <a:ext cx="4681236" cy="4851022"/>
          </a:xfrm>
          <a:custGeom>
            <a:avLst/>
            <a:gdLst/>
            <a:ahLst/>
            <a:cxnLst/>
            <a:rect r="r" b="b" t="t" l="l"/>
            <a:pathLst>
              <a:path h="4851022" w="4681236">
                <a:moveTo>
                  <a:pt x="0" y="0"/>
                </a:moveTo>
                <a:lnTo>
                  <a:pt x="4681237" y="0"/>
                </a:lnTo>
                <a:lnTo>
                  <a:pt x="4681237" y="4851023"/>
                </a:lnTo>
                <a:lnTo>
                  <a:pt x="0" y="485102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39173" y="2252560"/>
            <a:ext cx="8687004" cy="6104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9959" indent="-474979" lvl="1">
              <a:lnSpc>
                <a:spcPts val="4839"/>
              </a:lnSpc>
              <a:buFont typeface="Arial"/>
              <a:buChar char="•"/>
            </a:pPr>
            <a:r>
              <a:rPr lang="en-US" sz="4399" i="true">
                <a:solidFill>
                  <a:srgbClr val="FDF7F1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Establish an online platform for selling skincare products.</a:t>
            </a:r>
          </a:p>
          <a:p>
            <a:pPr algn="l">
              <a:lnSpc>
                <a:spcPts val="4839"/>
              </a:lnSpc>
            </a:pPr>
          </a:p>
          <a:p>
            <a:pPr algn="l" marL="949959" indent="-474979" lvl="1">
              <a:lnSpc>
                <a:spcPts val="4839"/>
              </a:lnSpc>
              <a:buFont typeface="Arial"/>
              <a:buChar char="•"/>
            </a:pPr>
            <a:r>
              <a:rPr lang="en-US" sz="4399" i="true">
                <a:solidFill>
                  <a:srgbClr val="FDF7F1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Share skincare knowledge and tips to empower users.</a:t>
            </a:r>
          </a:p>
          <a:p>
            <a:pPr algn="l">
              <a:lnSpc>
                <a:spcPts val="4839"/>
              </a:lnSpc>
            </a:pPr>
          </a:p>
          <a:p>
            <a:pPr algn="l" marL="949959" indent="-474979" lvl="1">
              <a:lnSpc>
                <a:spcPts val="4839"/>
              </a:lnSpc>
              <a:buFont typeface="Arial"/>
              <a:buChar char="•"/>
            </a:pPr>
            <a:r>
              <a:rPr lang="en-US" sz="4399" i="true">
                <a:solidFill>
                  <a:srgbClr val="FDF7F1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Build a trusted brand presence in Myanmar’s online skincare market.</a:t>
            </a:r>
          </a:p>
          <a:p>
            <a:pPr algn="l" marL="0" indent="0" lvl="0">
              <a:lnSpc>
                <a:spcPts val="483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591573" y="7891360"/>
            <a:ext cx="8687004" cy="61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3486322" y="3223297"/>
            <a:ext cx="8687004" cy="61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307485" y="591175"/>
            <a:ext cx="8687004" cy="61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9"/>
              </a:lnSpc>
            </a:pPr>
            <a:r>
              <a:rPr lang="en-US" sz="4399" i="true">
                <a:solidFill>
                  <a:srgbClr val="FDF7F1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Objective of the Project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6919900">
            <a:off x="8837101" y="-5530110"/>
            <a:ext cx="18029008" cy="16029427"/>
          </a:xfrm>
          <a:custGeom>
            <a:avLst/>
            <a:gdLst/>
            <a:ahLst/>
            <a:cxnLst/>
            <a:rect r="r" b="b" t="t" l="l"/>
            <a:pathLst>
              <a:path h="16029427" w="18029008">
                <a:moveTo>
                  <a:pt x="18029007" y="16029427"/>
                </a:moveTo>
                <a:lnTo>
                  <a:pt x="0" y="16029427"/>
                </a:lnTo>
                <a:lnTo>
                  <a:pt x="0" y="0"/>
                </a:lnTo>
                <a:lnTo>
                  <a:pt x="18029007" y="0"/>
                </a:lnTo>
                <a:lnTo>
                  <a:pt x="18029007" y="1602942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4510574">
            <a:off x="3432584" y="7947597"/>
            <a:ext cx="2946675" cy="5706590"/>
          </a:xfrm>
          <a:custGeom>
            <a:avLst/>
            <a:gdLst/>
            <a:ahLst/>
            <a:cxnLst/>
            <a:rect r="r" b="b" t="t" l="l"/>
            <a:pathLst>
              <a:path h="5706590" w="2946675">
                <a:moveTo>
                  <a:pt x="2946675" y="5706590"/>
                </a:moveTo>
                <a:lnTo>
                  <a:pt x="0" y="5706590"/>
                </a:lnTo>
                <a:lnTo>
                  <a:pt x="0" y="0"/>
                </a:lnTo>
                <a:lnTo>
                  <a:pt x="2946675" y="0"/>
                </a:lnTo>
                <a:lnTo>
                  <a:pt x="2946675" y="570659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388869"/>
            <a:ext cx="12567095" cy="5292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0"/>
              </a:lnSpc>
            </a:pPr>
            <a:r>
              <a:rPr lang="en-US" sz="4350" b="true">
                <a:solidFill>
                  <a:srgbClr val="2A3C6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• HTML</a:t>
            </a:r>
          </a:p>
          <a:p>
            <a:pPr algn="l">
              <a:lnSpc>
                <a:spcPts val="6090"/>
              </a:lnSpc>
            </a:pPr>
          </a:p>
          <a:p>
            <a:pPr algn="l">
              <a:lnSpc>
                <a:spcPts val="6090"/>
              </a:lnSpc>
            </a:pPr>
            <a:r>
              <a:rPr lang="en-US" sz="4350" b="true">
                <a:solidFill>
                  <a:srgbClr val="2A3C6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• CSS</a:t>
            </a:r>
          </a:p>
          <a:p>
            <a:pPr algn="l">
              <a:lnSpc>
                <a:spcPts val="6090"/>
              </a:lnSpc>
            </a:pPr>
          </a:p>
          <a:p>
            <a:pPr algn="l">
              <a:lnSpc>
                <a:spcPts val="6090"/>
              </a:lnSpc>
            </a:pPr>
            <a:r>
              <a:rPr lang="en-US" sz="4350" b="true">
                <a:solidFill>
                  <a:srgbClr val="2A3C6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• JavaScript</a:t>
            </a:r>
          </a:p>
          <a:p>
            <a:pPr algn="l">
              <a:lnSpc>
                <a:spcPts val="6090"/>
              </a:lnSpc>
            </a:pPr>
          </a:p>
          <a:p>
            <a:pPr algn="l" marL="0" indent="0" lvl="0">
              <a:lnSpc>
                <a:spcPts val="6090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true" flipV="false" rot="-496418">
            <a:off x="9319673" y="2150854"/>
            <a:ext cx="2180137" cy="2599269"/>
          </a:xfrm>
          <a:custGeom>
            <a:avLst/>
            <a:gdLst/>
            <a:ahLst/>
            <a:cxnLst/>
            <a:rect r="r" b="b" t="t" l="l"/>
            <a:pathLst>
              <a:path h="2599269" w="2180137">
                <a:moveTo>
                  <a:pt x="2180137" y="0"/>
                </a:moveTo>
                <a:lnTo>
                  <a:pt x="0" y="0"/>
                </a:lnTo>
                <a:lnTo>
                  <a:pt x="0" y="2599269"/>
                </a:lnTo>
                <a:lnTo>
                  <a:pt x="2180137" y="2599269"/>
                </a:lnTo>
                <a:lnTo>
                  <a:pt x="218013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07953">
            <a:off x="14792196" y="6983086"/>
            <a:ext cx="1988337" cy="1396807"/>
          </a:xfrm>
          <a:custGeom>
            <a:avLst/>
            <a:gdLst/>
            <a:ahLst/>
            <a:cxnLst/>
            <a:rect r="r" b="b" t="t" l="l"/>
            <a:pathLst>
              <a:path h="1396807" w="1988337">
                <a:moveTo>
                  <a:pt x="0" y="0"/>
                </a:moveTo>
                <a:lnTo>
                  <a:pt x="1988337" y="0"/>
                </a:lnTo>
                <a:lnTo>
                  <a:pt x="1988337" y="1396807"/>
                </a:lnTo>
                <a:lnTo>
                  <a:pt x="0" y="13968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742076">
            <a:off x="4127409" y="7933967"/>
            <a:ext cx="1589021" cy="1683731"/>
          </a:xfrm>
          <a:custGeom>
            <a:avLst/>
            <a:gdLst/>
            <a:ahLst/>
            <a:cxnLst/>
            <a:rect r="r" b="b" t="t" l="l"/>
            <a:pathLst>
              <a:path h="1683731" w="1589021">
                <a:moveTo>
                  <a:pt x="0" y="0"/>
                </a:moveTo>
                <a:lnTo>
                  <a:pt x="1589021" y="0"/>
                </a:lnTo>
                <a:lnTo>
                  <a:pt x="1589021" y="1683731"/>
                </a:lnTo>
                <a:lnTo>
                  <a:pt x="0" y="168373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9337866">
            <a:off x="-1311918" y="7603798"/>
            <a:ext cx="4681236" cy="4851022"/>
          </a:xfrm>
          <a:custGeom>
            <a:avLst/>
            <a:gdLst/>
            <a:ahLst/>
            <a:cxnLst/>
            <a:rect r="r" b="b" t="t" l="l"/>
            <a:pathLst>
              <a:path h="4851022" w="4681236">
                <a:moveTo>
                  <a:pt x="0" y="0"/>
                </a:moveTo>
                <a:lnTo>
                  <a:pt x="4681236" y="0"/>
                </a:lnTo>
                <a:lnTo>
                  <a:pt x="4681236" y="4851023"/>
                </a:lnTo>
                <a:lnTo>
                  <a:pt x="0" y="485102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  <p:transition spd="med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4458">
            <a:off x="-1579497" y="-1438062"/>
            <a:ext cx="6685530" cy="11513002"/>
          </a:xfrm>
          <a:custGeom>
            <a:avLst/>
            <a:gdLst/>
            <a:ahLst/>
            <a:cxnLst/>
            <a:rect r="r" b="b" t="t" l="l"/>
            <a:pathLst>
              <a:path h="11513002" w="6685530">
                <a:moveTo>
                  <a:pt x="0" y="0"/>
                </a:moveTo>
                <a:lnTo>
                  <a:pt x="6685531" y="0"/>
                </a:lnTo>
                <a:lnTo>
                  <a:pt x="6685531" y="11513002"/>
                </a:lnTo>
                <a:lnTo>
                  <a:pt x="0" y="11513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3574" t="-17327" r="0" b="-306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371740">
            <a:off x="-115398" y="4799446"/>
            <a:ext cx="5753262" cy="6793786"/>
          </a:xfrm>
          <a:custGeom>
            <a:avLst/>
            <a:gdLst/>
            <a:ahLst/>
            <a:cxnLst/>
            <a:rect r="r" b="b" t="t" l="l"/>
            <a:pathLst>
              <a:path h="6793786" w="5753262">
                <a:moveTo>
                  <a:pt x="0" y="0"/>
                </a:moveTo>
                <a:lnTo>
                  <a:pt x="5753261" y="0"/>
                </a:lnTo>
                <a:lnTo>
                  <a:pt x="5753261" y="6793785"/>
                </a:lnTo>
                <a:lnTo>
                  <a:pt x="0" y="67937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5009" t="-51107" r="-8311" b="-52911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8217072">
            <a:off x="9842240" y="-3532668"/>
            <a:ext cx="5715270" cy="4832001"/>
          </a:xfrm>
          <a:custGeom>
            <a:avLst/>
            <a:gdLst/>
            <a:ahLst/>
            <a:cxnLst/>
            <a:rect r="r" b="b" t="t" l="l"/>
            <a:pathLst>
              <a:path h="4832001" w="5715270">
                <a:moveTo>
                  <a:pt x="5715270" y="0"/>
                </a:moveTo>
                <a:lnTo>
                  <a:pt x="0" y="0"/>
                </a:lnTo>
                <a:lnTo>
                  <a:pt x="0" y="4832001"/>
                </a:lnTo>
                <a:lnTo>
                  <a:pt x="5715270" y="4832001"/>
                </a:lnTo>
                <a:lnTo>
                  <a:pt x="571527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8737227">
            <a:off x="14631449" y="-3841617"/>
            <a:ext cx="6912094" cy="7162791"/>
          </a:xfrm>
          <a:custGeom>
            <a:avLst/>
            <a:gdLst/>
            <a:ahLst/>
            <a:cxnLst/>
            <a:rect r="r" b="b" t="t" l="l"/>
            <a:pathLst>
              <a:path h="7162791" w="6912094">
                <a:moveTo>
                  <a:pt x="0" y="0"/>
                </a:moveTo>
                <a:lnTo>
                  <a:pt x="6912093" y="0"/>
                </a:lnTo>
                <a:lnTo>
                  <a:pt x="6912093" y="7162791"/>
                </a:lnTo>
                <a:lnTo>
                  <a:pt x="0" y="71627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10617942">
            <a:off x="13430306" y="1105113"/>
            <a:ext cx="2925286" cy="1441368"/>
          </a:xfrm>
          <a:custGeom>
            <a:avLst/>
            <a:gdLst/>
            <a:ahLst/>
            <a:cxnLst/>
            <a:rect r="r" b="b" t="t" l="l"/>
            <a:pathLst>
              <a:path h="1441368" w="2925286">
                <a:moveTo>
                  <a:pt x="2925287" y="1441368"/>
                </a:moveTo>
                <a:lnTo>
                  <a:pt x="0" y="1441368"/>
                </a:lnTo>
                <a:lnTo>
                  <a:pt x="0" y="0"/>
                </a:lnTo>
                <a:lnTo>
                  <a:pt x="2925287" y="0"/>
                </a:lnTo>
                <a:lnTo>
                  <a:pt x="2925287" y="1441368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9996238">
            <a:off x="-1824380" y="7414647"/>
            <a:ext cx="4647778" cy="4816350"/>
          </a:xfrm>
          <a:custGeom>
            <a:avLst/>
            <a:gdLst/>
            <a:ahLst/>
            <a:cxnLst/>
            <a:rect r="r" b="b" t="t" l="l"/>
            <a:pathLst>
              <a:path h="4816350" w="4647778">
                <a:moveTo>
                  <a:pt x="0" y="0"/>
                </a:moveTo>
                <a:lnTo>
                  <a:pt x="4647777" y="0"/>
                </a:lnTo>
                <a:lnTo>
                  <a:pt x="4647777" y="4816350"/>
                </a:lnTo>
                <a:lnTo>
                  <a:pt x="0" y="48163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8359712">
            <a:off x="2369416" y="3351051"/>
            <a:ext cx="965003" cy="807093"/>
          </a:xfrm>
          <a:custGeom>
            <a:avLst/>
            <a:gdLst/>
            <a:ahLst/>
            <a:cxnLst/>
            <a:rect r="r" b="b" t="t" l="l"/>
            <a:pathLst>
              <a:path h="807093" w="965003">
                <a:moveTo>
                  <a:pt x="0" y="0"/>
                </a:moveTo>
                <a:lnTo>
                  <a:pt x="965002" y="0"/>
                </a:lnTo>
                <a:lnTo>
                  <a:pt x="965002" y="807094"/>
                </a:lnTo>
                <a:lnTo>
                  <a:pt x="0" y="80709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3742076">
            <a:off x="6337353" y="7178204"/>
            <a:ext cx="1685677" cy="1786148"/>
          </a:xfrm>
          <a:custGeom>
            <a:avLst/>
            <a:gdLst/>
            <a:ahLst/>
            <a:cxnLst/>
            <a:rect r="r" b="b" t="t" l="l"/>
            <a:pathLst>
              <a:path h="1786148" w="1685677">
                <a:moveTo>
                  <a:pt x="0" y="0"/>
                </a:moveTo>
                <a:lnTo>
                  <a:pt x="1685678" y="0"/>
                </a:lnTo>
                <a:lnTo>
                  <a:pt x="1685678" y="1786149"/>
                </a:lnTo>
                <a:lnTo>
                  <a:pt x="0" y="17861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pic>
        <p:nvPicPr>
          <p:cNvPr name="Picture 10" id="10">
            <a:hlinkClick action="ppaction://media"/>
          </p:cNvPr>
          <p:cNvPicPr>
            <a:picLocks noChangeAspect="true"/>
          </p:cNvPicPr>
          <p:nvPr>
            <a:videoFile r:link="rId13"/>
            <p:extLst>
              <p:ext uri="{DAA4B4D4-6D71-4841-9C94-3DE7FCFB9230}">
                <p14:media xmlns:p14="http://schemas.microsoft.com/office/powerpoint/2010/main" r:embed="rId14">
                  <p14:trim st="0.0000" end="11905.9860"/>
                </p14:media>
              </p:ext>
            </p:extLst>
          </p:nvPr>
        </p:nvPicPr>
        <p:blipFill>
          <a:blip r:embed="rId12"/>
          <a:srcRect l="0" t="0" r="0" b="0"/>
          <a:stretch>
            <a:fillRect/>
          </a:stretch>
        </p:blipFill>
        <p:spPr>
          <a:xfrm flipH="false" flipV="false" rot="0">
            <a:off x="499508" y="1028700"/>
            <a:ext cx="9684310" cy="5205317"/>
          </a:xfrm>
          <a:prstGeom prst="rect">
            <a:avLst/>
          </a:prstGeom>
        </p:spPr>
      </p:pic>
      <p:sp>
        <p:nvSpPr>
          <p:cNvPr name="Freeform 11" id="11"/>
          <p:cNvSpPr/>
          <p:nvPr/>
        </p:nvSpPr>
        <p:spPr>
          <a:xfrm flipH="false" flipV="false" rot="0">
            <a:off x="8707358" y="5143500"/>
            <a:ext cx="2429898" cy="3428428"/>
          </a:xfrm>
          <a:custGeom>
            <a:avLst/>
            <a:gdLst/>
            <a:ahLst/>
            <a:cxnLst/>
            <a:rect r="r" b="b" t="t" l="l"/>
            <a:pathLst>
              <a:path h="3428428" w="2429898">
                <a:moveTo>
                  <a:pt x="0" y="0"/>
                </a:moveTo>
                <a:lnTo>
                  <a:pt x="2429899" y="0"/>
                </a:lnTo>
                <a:lnTo>
                  <a:pt x="2429899" y="3428428"/>
                </a:lnTo>
                <a:lnTo>
                  <a:pt x="0" y="342842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768254" y="4099703"/>
            <a:ext cx="10283603" cy="3812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2"/>
              </a:lnSpc>
            </a:pPr>
            <a:r>
              <a:rPr lang="en-US" sz="3137" b="true">
                <a:solidFill>
                  <a:srgbClr val="2A3C63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• JavaScript Swiper</a:t>
            </a:r>
          </a:p>
          <a:p>
            <a:pPr algn="l">
              <a:lnSpc>
                <a:spcPts val="4392"/>
              </a:lnSpc>
            </a:pPr>
          </a:p>
          <a:p>
            <a:pPr algn="l">
              <a:lnSpc>
                <a:spcPts val="4392"/>
              </a:lnSpc>
            </a:pPr>
          </a:p>
          <a:p>
            <a:pPr algn="l">
              <a:lnSpc>
                <a:spcPts val="4392"/>
              </a:lnSpc>
            </a:pPr>
          </a:p>
          <a:p>
            <a:pPr algn="l">
              <a:lnSpc>
                <a:spcPts val="4392"/>
              </a:lnSpc>
            </a:pPr>
          </a:p>
          <a:p>
            <a:pPr algn="l">
              <a:lnSpc>
                <a:spcPts val="4392"/>
              </a:lnSpc>
            </a:pPr>
          </a:p>
          <a:p>
            <a:pPr algn="l" marL="0" indent="0" lvl="0">
              <a:lnSpc>
                <a:spcPts val="4392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549448" y="2848953"/>
            <a:ext cx="8687004" cy="61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9"/>
              </a:lnSpc>
              <a:spcBef>
                <a:spcPct val="0"/>
              </a:spcBef>
            </a:pPr>
            <a:r>
              <a:rPr lang="en-US" sz="4399" i="true">
                <a:solidFill>
                  <a:srgbClr val="30A193"/>
                </a:solidFill>
                <a:latin typeface="IBM Plex Serif Italics"/>
                <a:ea typeface="IBM Plex Serif Italics"/>
                <a:cs typeface="IBM Plex Serif Italics"/>
                <a:sym typeface="IBM Plex Serif Italics"/>
              </a:rPr>
              <a:t>Watch Reviw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3802" y="4343642"/>
            <a:ext cx="5386718" cy="1607534"/>
            <a:chOff x="0" y="0"/>
            <a:chExt cx="1351853" cy="4034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51853" cy="403427"/>
            </a:xfrm>
            <a:custGeom>
              <a:avLst/>
              <a:gdLst/>
              <a:ahLst/>
              <a:cxnLst/>
              <a:rect r="r" b="b" t="t" l="l"/>
              <a:pathLst>
                <a:path h="403427" w="1351853">
                  <a:moveTo>
                    <a:pt x="41679" y="0"/>
                  </a:moveTo>
                  <a:lnTo>
                    <a:pt x="1310173" y="0"/>
                  </a:lnTo>
                  <a:cubicBezTo>
                    <a:pt x="1321228" y="0"/>
                    <a:pt x="1331829" y="4391"/>
                    <a:pt x="1339645" y="12208"/>
                  </a:cubicBezTo>
                  <a:cubicBezTo>
                    <a:pt x="1347462" y="20024"/>
                    <a:pt x="1351853" y="30625"/>
                    <a:pt x="1351853" y="41679"/>
                  </a:cubicBezTo>
                  <a:lnTo>
                    <a:pt x="1351853" y="361748"/>
                  </a:lnTo>
                  <a:cubicBezTo>
                    <a:pt x="1351853" y="384767"/>
                    <a:pt x="1333192" y="403427"/>
                    <a:pt x="1310173" y="403427"/>
                  </a:cubicBezTo>
                  <a:lnTo>
                    <a:pt x="41679" y="403427"/>
                  </a:lnTo>
                  <a:cubicBezTo>
                    <a:pt x="30625" y="403427"/>
                    <a:pt x="20024" y="399036"/>
                    <a:pt x="12208" y="391220"/>
                  </a:cubicBezTo>
                  <a:cubicBezTo>
                    <a:pt x="4391" y="383403"/>
                    <a:pt x="0" y="372802"/>
                    <a:pt x="0" y="361748"/>
                  </a:cubicBezTo>
                  <a:lnTo>
                    <a:pt x="0" y="41679"/>
                  </a:lnTo>
                  <a:cubicBezTo>
                    <a:pt x="0" y="30625"/>
                    <a:pt x="4391" y="20024"/>
                    <a:pt x="12208" y="12208"/>
                  </a:cubicBezTo>
                  <a:cubicBezTo>
                    <a:pt x="20024" y="4391"/>
                    <a:pt x="30625" y="0"/>
                    <a:pt x="4167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30A193"/>
              </a:solidFill>
              <a:prstDash val="dash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351853" cy="432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2222971">
            <a:off x="6512197" y="-1839091"/>
            <a:ext cx="13974557" cy="14043001"/>
          </a:xfrm>
          <a:custGeom>
            <a:avLst/>
            <a:gdLst/>
            <a:ahLst/>
            <a:cxnLst/>
            <a:rect r="r" b="b" t="t" l="l"/>
            <a:pathLst>
              <a:path h="14043001" w="13974557">
                <a:moveTo>
                  <a:pt x="0" y="0"/>
                </a:moveTo>
                <a:lnTo>
                  <a:pt x="13974557" y="0"/>
                </a:lnTo>
                <a:lnTo>
                  <a:pt x="13974557" y="14043001"/>
                </a:lnTo>
                <a:lnTo>
                  <a:pt x="0" y="14043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9932" t="0" r="-2894" b="-8672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6186077">
            <a:off x="6590780" y="7362239"/>
            <a:ext cx="3274223" cy="6340925"/>
          </a:xfrm>
          <a:custGeom>
            <a:avLst/>
            <a:gdLst/>
            <a:ahLst/>
            <a:cxnLst/>
            <a:rect r="r" b="b" t="t" l="l"/>
            <a:pathLst>
              <a:path h="6340925" w="3274223">
                <a:moveTo>
                  <a:pt x="0" y="6340925"/>
                </a:moveTo>
                <a:lnTo>
                  <a:pt x="3274224" y="6340925"/>
                </a:lnTo>
                <a:lnTo>
                  <a:pt x="3274224" y="0"/>
                </a:lnTo>
                <a:lnTo>
                  <a:pt x="0" y="0"/>
                </a:lnTo>
                <a:lnTo>
                  <a:pt x="0" y="634092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265668">
            <a:off x="7092884" y="5093899"/>
            <a:ext cx="4452189" cy="3541116"/>
          </a:xfrm>
          <a:custGeom>
            <a:avLst/>
            <a:gdLst/>
            <a:ahLst/>
            <a:cxnLst/>
            <a:rect r="r" b="b" t="t" l="l"/>
            <a:pathLst>
              <a:path h="3541116" w="4452189">
                <a:moveTo>
                  <a:pt x="0" y="0"/>
                </a:moveTo>
                <a:lnTo>
                  <a:pt x="4452189" y="0"/>
                </a:lnTo>
                <a:lnTo>
                  <a:pt x="4452189" y="3541116"/>
                </a:lnTo>
                <a:lnTo>
                  <a:pt x="0" y="35411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49071" b="-43124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239582">
            <a:off x="7323557" y="2742546"/>
            <a:ext cx="3926506" cy="3123007"/>
          </a:xfrm>
          <a:custGeom>
            <a:avLst/>
            <a:gdLst/>
            <a:ahLst/>
            <a:cxnLst/>
            <a:rect r="r" b="b" t="t" l="l"/>
            <a:pathLst>
              <a:path h="3123007" w="3926506">
                <a:moveTo>
                  <a:pt x="0" y="0"/>
                </a:moveTo>
                <a:lnTo>
                  <a:pt x="3926506" y="0"/>
                </a:lnTo>
                <a:lnTo>
                  <a:pt x="3926506" y="3123007"/>
                </a:lnTo>
                <a:lnTo>
                  <a:pt x="0" y="3123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49071" b="-4312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-6070798">
            <a:off x="1340310" y="-3471795"/>
            <a:ext cx="3274223" cy="6340925"/>
          </a:xfrm>
          <a:custGeom>
            <a:avLst/>
            <a:gdLst/>
            <a:ahLst/>
            <a:cxnLst/>
            <a:rect r="r" b="b" t="t" l="l"/>
            <a:pathLst>
              <a:path h="6340925" w="3274223">
                <a:moveTo>
                  <a:pt x="0" y="6340926"/>
                </a:moveTo>
                <a:lnTo>
                  <a:pt x="3274223" y="6340926"/>
                </a:lnTo>
                <a:lnTo>
                  <a:pt x="3274223" y="0"/>
                </a:lnTo>
                <a:lnTo>
                  <a:pt x="0" y="0"/>
                </a:lnTo>
                <a:lnTo>
                  <a:pt x="0" y="63409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682079">
            <a:off x="-4831978" y="-3088623"/>
            <a:ext cx="6912094" cy="7162791"/>
          </a:xfrm>
          <a:custGeom>
            <a:avLst/>
            <a:gdLst/>
            <a:ahLst/>
            <a:cxnLst/>
            <a:rect r="r" b="b" t="t" l="l"/>
            <a:pathLst>
              <a:path h="7162791" w="6912094">
                <a:moveTo>
                  <a:pt x="0" y="0"/>
                </a:moveTo>
                <a:lnTo>
                  <a:pt x="6912094" y="0"/>
                </a:lnTo>
                <a:lnTo>
                  <a:pt x="6912094" y="7162791"/>
                </a:lnTo>
                <a:lnTo>
                  <a:pt x="0" y="71627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473634">
            <a:off x="6039236" y="8257940"/>
            <a:ext cx="2476481" cy="1095843"/>
          </a:xfrm>
          <a:custGeom>
            <a:avLst/>
            <a:gdLst/>
            <a:ahLst/>
            <a:cxnLst/>
            <a:rect r="r" b="b" t="t" l="l"/>
            <a:pathLst>
              <a:path h="1095843" w="2476481">
                <a:moveTo>
                  <a:pt x="0" y="0"/>
                </a:moveTo>
                <a:lnTo>
                  <a:pt x="2476481" y="0"/>
                </a:lnTo>
                <a:lnTo>
                  <a:pt x="2476481" y="1095842"/>
                </a:lnTo>
                <a:lnTo>
                  <a:pt x="0" y="109584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899924" y="5731818"/>
            <a:ext cx="5320545" cy="2265277"/>
          </a:xfrm>
          <a:custGeom>
            <a:avLst/>
            <a:gdLst/>
            <a:ahLst/>
            <a:cxnLst/>
            <a:rect r="r" b="b" t="t" l="l"/>
            <a:pathLst>
              <a:path h="2265277" w="5320545">
                <a:moveTo>
                  <a:pt x="0" y="0"/>
                </a:moveTo>
                <a:lnTo>
                  <a:pt x="5320545" y="0"/>
                </a:lnTo>
                <a:lnTo>
                  <a:pt x="5320545" y="2265277"/>
                </a:lnTo>
                <a:lnTo>
                  <a:pt x="0" y="226527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899924" y="2708956"/>
            <a:ext cx="5320545" cy="2265277"/>
          </a:xfrm>
          <a:custGeom>
            <a:avLst/>
            <a:gdLst/>
            <a:ahLst/>
            <a:cxnLst/>
            <a:rect r="r" b="b" t="t" l="l"/>
            <a:pathLst>
              <a:path h="2265277" w="5320545">
                <a:moveTo>
                  <a:pt x="0" y="0"/>
                </a:moveTo>
                <a:lnTo>
                  <a:pt x="5320545" y="0"/>
                </a:lnTo>
                <a:lnTo>
                  <a:pt x="5320545" y="2265277"/>
                </a:lnTo>
                <a:lnTo>
                  <a:pt x="0" y="226527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8323" t="0" r="-8323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197137" y="6743145"/>
            <a:ext cx="5386718" cy="1607534"/>
            <a:chOff x="0" y="0"/>
            <a:chExt cx="1351853" cy="40342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51853" cy="403427"/>
            </a:xfrm>
            <a:custGeom>
              <a:avLst/>
              <a:gdLst/>
              <a:ahLst/>
              <a:cxnLst/>
              <a:rect r="r" b="b" t="t" l="l"/>
              <a:pathLst>
                <a:path h="403427" w="1351853">
                  <a:moveTo>
                    <a:pt x="41679" y="0"/>
                  </a:moveTo>
                  <a:lnTo>
                    <a:pt x="1310173" y="0"/>
                  </a:lnTo>
                  <a:cubicBezTo>
                    <a:pt x="1321228" y="0"/>
                    <a:pt x="1331829" y="4391"/>
                    <a:pt x="1339645" y="12208"/>
                  </a:cubicBezTo>
                  <a:cubicBezTo>
                    <a:pt x="1347462" y="20024"/>
                    <a:pt x="1351853" y="30625"/>
                    <a:pt x="1351853" y="41679"/>
                  </a:cubicBezTo>
                  <a:lnTo>
                    <a:pt x="1351853" y="361748"/>
                  </a:lnTo>
                  <a:cubicBezTo>
                    <a:pt x="1351853" y="384767"/>
                    <a:pt x="1333192" y="403427"/>
                    <a:pt x="1310173" y="403427"/>
                  </a:cubicBezTo>
                  <a:lnTo>
                    <a:pt x="41679" y="403427"/>
                  </a:lnTo>
                  <a:cubicBezTo>
                    <a:pt x="30625" y="403427"/>
                    <a:pt x="20024" y="399036"/>
                    <a:pt x="12208" y="391220"/>
                  </a:cubicBezTo>
                  <a:cubicBezTo>
                    <a:pt x="4391" y="383403"/>
                    <a:pt x="0" y="372802"/>
                    <a:pt x="0" y="361748"/>
                  </a:cubicBezTo>
                  <a:lnTo>
                    <a:pt x="0" y="41679"/>
                  </a:lnTo>
                  <a:cubicBezTo>
                    <a:pt x="0" y="30625"/>
                    <a:pt x="4391" y="20024"/>
                    <a:pt x="12208" y="12208"/>
                  </a:cubicBezTo>
                  <a:cubicBezTo>
                    <a:pt x="20024" y="4391"/>
                    <a:pt x="30625" y="0"/>
                    <a:pt x="4167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30A193"/>
              </a:solidFill>
              <a:prstDash val="dash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351853" cy="432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8700" y="1599612"/>
            <a:ext cx="6964234" cy="1467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040"/>
              </a:lnSpc>
              <a:spcBef>
                <a:spcPct val="0"/>
              </a:spcBef>
            </a:pPr>
            <a:r>
              <a:rPr lang="en-US" sz="8600">
                <a:solidFill>
                  <a:srgbClr val="2A3C63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Color uses</a:t>
            </a:r>
          </a:p>
        </p:txBody>
      </p:sp>
      <p:sp>
        <p:nvSpPr>
          <p:cNvPr name="TextBox 18" id="18"/>
          <p:cNvSpPr txBox="true"/>
          <p:nvPr/>
        </p:nvSpPr>
        <p:spPr>
          <a:xfrm rot="15128">
            <a:off x="2022994" y="5306345"/>
            <a:ext cx="4088251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2A3C63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For Calm and Sophistication.</a:t>
            </a:r>
          </a:p>
        </p:txBody>
      </p:sp>
      <p:sp>
        <p:nvSpPr>
          <p:cNvPr name="TextBox 19" id="19"/>
          <p:cNvSpPr txBox="true"/>
          <p:nvPr/>
        </p:nvSpPr>
        <p:spPr>
          <a:xfrm rot="15128">
            <a:off x="1670569" y="4618883"/>
            <a:ext cx="47931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40"/>
              </a:lnSpc>
              <a:spcBef>
                <a:spcPct val="0"/>
              </a:spcBef>
            </a:pPr>
            <a:r>
              <a:rPr lang="en-US" b="true" sz="2400" i="true">
                <a:solidFill>
                  <a:srgbClr val="2A3C63"/>
                </a:solidFill>
                <a:latin typeface="IBM Plex Serif Bold Italics"/>
                <a:ea typeface="IBM Plex Serif Bold Italics"/>
                <a:cs typeface="IBM Plex Serif Bold Italics"/>
                <a:sym typeface="IBM Plex Serif Bold Italics"/>
              </a:rPr>
              <a:t>Xanadu</a:t>
            </a:r>
          </a:p>
        </p:txBody>
      </p:sp>
      <p:sp>
        <p:nvSpPr>
          <p:cNvPr name="TextBox 20" id="20"/>
          <p:cNvSpPr txBox="true"/>
          <p:nvPr/>
        </p:nvSpPr>
        <p:spPr>
          <a:xfrm rot="15128">
            <a:off x="1493904" y="7065163"/>
            <a:ext cx="47931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40"/>
              </a:lnSpc>
              <a:spcBef>
                <a:spcPct val="0"/>
              </a:spcBef>
            </a:pPr>
            <a:r>
              <a:rPr lang="en-US" b="true" sz="2400" i="true">
                <a:solidFill>
                  <a:srgbClr val="2A3C63"/>
                </a:solidFill>
                <a:latin typeface="IBM Plex Serif Bold Italics"/>
                <a:ea typeface="IBM Plex Serif Bold Italics"/>
                <a:cs typeface="IBM Plex Serif Bold Italics"/>
                <a:sym typeface="IBM Plex Serif Bold Italics"/>
              </a:rPr>
              <a:t>Calamansi</a:t>
            </a:r>
          </a:p>
        </p:txBody>
      </p:sp>
      <p:sp>
        <p:nvSpPr>
          <p:cNvPr name="TextBox 21" id="21"/>
          <p:cNvSpPr txBox="true"/>
          <p:nvPr/>
        </p:nvSpPr>
        <p:spPr>
          <a:xfrm rot="15128">
            <a:off x="2022994" y="7640587"/>
            <a:ext cx="4088251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2A3C63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Used in header and button text.</a:t>
            </a:r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7137" y="2981754"/>
            <a:ext cx="5386718" cy="1607534"/>
            <a:chOff x="0" y="0"/>
            <a:chExt cx="1351853" cy="4034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51853" cy="403427"/>
            </a:xfrm>
            <a:custGeom>
              <a:avLst/>
              <a:gdLst/>
              <a:ahLst/>
              <a:cxnLst/>
              <a:rect r="r" b="b" t="t" l="l"/>
              <a:pathLst>
                <a:path h="403427" w="1351853">
                  <a:moveTo>
                    <a:pt x="41679" y="0"/>
                  </a:moveTo>
                  <a:lnTo>
                    <a:pt x="1310173" y="0"/>
                  </a:lnTo>
                  <a:cubicBezTo>
                    <a:pt x="1321228" y="0"/>
                    <a:pt x="1331829" y="4391"/>
                    <a:pt x="1339645" y="12208"/>
                  </a:cubicBezTo>
                  <a:cubicBezTo>
                    <a:pt x="1347462" y="20024"/>
                    <a:pt x="1351853" y="30625"/>
                    <a:pt x="1351853" y="41679"/>
                  </a:cubicBezTo>
                  <a:lnTo>
                    <a:pt x="1351853" y="361748"/>
                  </a:lnTo>
                  <a:cubicBezTo>
                    <a:pt x="1351853" y="384767"/>
                    <a:pt x="1333192" y="403427"/>
                    <a:pt x="1310173" y="403427"/>
                  </a:cubicBezTo>
                  <a:lnTo>
                    <a:pt x="41679" y="403427"/>
                  </a:lnTo>
                  <a:cubicBezTo>
                    <a:pt x="30625" y="403427"/>
                    <a:pt x="20024" y="399036"/>
                    <a:pt x="12208" y="391220"/>
                  </a:cubicBezTo>
                  <a:cubicBezTo>
                    <a:pt x="4391" y="383403"/>
                    <a:pt x="0" y="372802"/>
                    <a:pt x="0" y="361748"/>
                  </a:cubicBezTo>
                  <a:lnTo>
                    <a:pt x="0" y="41679"/>
                  </a:lnTo>
                  <a:cubicBezTo>
                    <a:pt x="0" y="30625"/>
                    <a:pt x="4391" y="20024"/>
                    <a:pt x="12208" y="12208"/>
                  </a:cubicBezTo>
                  <a:cubicBezTo>
                    <a:pt x="20024" y="4391"/>
                    <a:pt x="30625" y="0"/>
                    <a:pt x="4167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30A193"/>
              </a:solidFill>
              <a:prstDash val="dash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351853" cy="432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2222971">
            <a:off x="6512197" y="-1839091"/>
            <a:ext cx="13974557" cy="14043001"/>
          </a:xfrm>
          <a:custGeom>
            <a:avLst/>
            <a:gdLst/>
            <a:ahLst/>
            <a:cxnLst/>
            <a:rect r="r" b="b" t="t" l="l"/>
            <a:pathLst>
              <a:path h="14043001" w="13974557">
                <a:moveTo>
                  <a:pt x="0" y="0"/>
                </a:moveTo>
                <a:lnTo>
                  <a:pt x="13974557" y="0"/>
                </a:lnTo>
                <a:lnTo>
                  <a:pt x="13974557" y="14043001"/>
                </a:lnTo>
                <a:lnTo>
                  <a:pt x="0" y="14043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9932" t="0" r="-2894" b="-8672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6186077">
            <a:off x="6590780" y="7362239"/>
            <a:ext cx="3274223" cy="6340925"/>
          </a:xfrm>
          <a:custGeom>
            <a:avLst/>
            <a:gdLst/>
            <a:ahLst/>
            <a:cxnLst/>
            <a:rect r="r" b="b" t="t" l="l"/>
            <a:pathLst>
              <a:path h="6340925" w="3274223">
                <a:moveTo>
                  <a:pt x="0" y="6340925"/>
                </a:moveTo>
                <a:lnTo>
                  <a:pt x="3274224" y="6340925"/>
                </a:lnTo>
                <a:lnTo>
                  <a:pt x="3274224" y="0"/>
                </a:lnTo>
                <a:lnTo>
                  <a:pt x="0" y="0"/>
                </a:lnTo>
                <a:lnTo>
                  <a:pt x="0" y="634092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265668">
            <a:off x="7417174" y="2774971"/>
            <a:ext cx="4452189" cy="3541116"/>
          </a:xfrm>
          <a:custGeom>
            <a:avLst/>
            <a:gdLst/>
            <a:ahLst/>
            <a:cxnLst/>
            <a:rect r="r" b="b" t="t" l="l"/>
            <a:pathLst>
              <a:path h="3541116" w="4452189">
                <a:moveTo>
                  <a:pt x="0" y="0"/>
                </a:moveTo>
                <a:lnTo>
                  <a:pt x="4452189" y="0"/>
                </a:lnTo>
                <a:lnTo>
                  <a:pt x="4452189" y="3541117"/>
                </a:lnTo>
                <a:lnTo>
                  <a:pt x="0" y="35411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49071" b="-43124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239582">
            <a:off x="6859223" y="1210650"/>
            <a:ext cx="3926506" cy="3123007"/>
          </a:xfrm>
          <a:custGeom>
            <a:avLst/>
            <a:gdLst/>
            <a:ahLst/>
            <a:cxnLst/>
            <a:rect r="r" b="b" t="t" l="l"/>
            <a:pathLst>
              <a:path h="3123007" w="3926506">
                <a:moveTo>
                  <a:pt x="0" y="0"/>
                </a:moveTo>
                <a:lnTo>
                  <a:pt x="3926506" y="0"/>
                </a:lnTo>
                <a:lnTo>
                  <a:pt x="3926506" y="3123007"/>
                </a:lnTo>
                <a:lnTo>
                  <a:pt x="0" y="31230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49071" b="-4312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-6070798">
            <a:off x="1340310" y="-3471795"/>
            <a:ext cx="3274223" cy="6340925"/>
          </a:xfrm>
          <a:custGeom>
            <a:avLst/>
            <a:gdLst/>
            <a:ahLst/>
            <a:cxnLst/>
            <a:rect r="r" b="b" t="t" l="l"/>
            <a:pathLst>
              <a:path h="6340925" w="3274223">
                <a:moveTo>
                  <a:pt x="0" y="6340926"/>
                </a:moveTo>
                <a:lnTo>
                  <a:pt x="3274223" y="6340926"/>
                </a:lnTo>
                <a:lnTo>
                  <a:pt x="3274223" y="0"/>
                </a:lnTo>
                <a:lnTo>
                  <a:pt x="0" y="0"/>
                </a:lnTo>
                <a:lnTo>
                  <a:pt x="0" y="63409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682079">
            <a:off x="-4831978" y="-3088623"/>
            <a:ext cx="6912094" cy="7162791"/>
          </a:xfrm>
          <a:custGeom>
            <a:avLst/>
            <a:gdLst/>
            <a:ahLst/>
            <a:cxnLst/>
            <a:rect r="r" b="b" t="t" l="l"/>
            <a:pathLst>
              <a:path h="7162791" w="6912094">
                <a:moveTo>
                  <a:pt x="0" y="0"/>
                </a:moveTo>
                <a:lnTo>
                  <a:pt x="6912094" y="0"/>
                </a:lnTo>
                <a:lnTo>
                  <a:pt x="6912094" y="7162791"/>
                </a:lnTo>
                <a:lnTo>
                  <a:pt x="0" y="71627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473634">
            <a:off x="6039236" y="8257940"/>
            <a:ext cx="2476481" cy="1095843"/>
          </a:xfrm>
          <a:custGeom>
            <a:avLst/>
            <a:gdLst/>
            <a:ahLst/>
            <a:cxnLst/>
            <a:rect r="r" b="b" t="t" l="l"/>
            <a:pathLst>
              <a:path h="1095843" w="2476481">
                <a:moveTo>
                  <a:pt x="0" y="0"/>
                </a:moveTo>
                <a:lnTo>
                  <a:pt x="2476481" y="0"/>
                </a:lnTo>
                <a:lnTo>
                  <a:pt x="2476481" y="1095842"/>
                </a:lnTo>
                <a:lnTo>
                  <a:pt x="0" y="109584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899924" y="4589288"/>
            <a:ext cx="5320545" cy="2265277"/>
          </a:xfrm>
          <a:custGeom>
            <a:avLst/>
            <a:gdLst/>
            <a:ahLst/>
            <a:cxnLst/>
            <a:rect r="r" b="b" t="t" l="l"/>
            <a:pathLst>
              <a:path h="2265277" w="5320545">
                <a:moveTo>
                  <a:pt x="0" y="0"/>
                </a:moveTo>
                <a:lnTo>
                  <a:pt x="5320545" y="0"/>
                </a:lnTo>
                <a:lnTo>
                  <a:pt x="5320545" y="2265277"/>
                </a:lnTo>
                <a:lnTo>
                  <a:pt x="0" y="226527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24409" r="0" b="-51532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899924" y="1028700"/>
            <a:ext cx="5320545" cy="2265277"/>
          </a:xfrm>
          <a:custGeom>
            <a:avLst/>
            <a:gdLst/>
            <a:ahLst/>
            <a:cxnLst/>
            <a:rect r="r" b="b" t="t" l="l"/>
            <a:pathLst>
              <a:path h="2265277" w="5320545">
                <a:moveTo>
                  <a:pt x="0" y="0"/>
                </a:moveTo>
                <a:lnTo>
                  <a:pt x="5320545" y="0"/>
                </a:lnTo>
                <a:lnTo>
                  <a:pt x="5320545" y="2265277"/>
                </a:lnTo>
                <a:lnTo>
                  <a:pt x="0" y="226527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15310" r="0" b="-60845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817458" y="4918160"/>
            <a:ext cx="5386718" cy="1607534"/>
            <a:chOff x="0" y="0"/>
            <a:chExt cx="1351853" cy="40342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51853" cy="403427"/>
            </a:xfrm>
            <a:custGeom>
              <a:avLst/>
              <a:gdLst/>
              <a:ahLst/>
              <a:cxnLst/>
              <a:rect r="r" b="b" t="t" l="l"/>
              <a:pathLst>
                <a:path h="403427" w="1351853">
                  <a:moveTo>
                    <a:pt x="41679" y="0"/>
                  </a:moveTo>
                  <a:lnTo>
                    <a:pt x="1310173" y="0"/>
                  </a:lnTo>
                  <a:cubicBezTo>
                    <a:pt x="1321228" y="0"/>
                    <a:pt x="1331829" y="4391"/>
                    <a:pt x="1339645" y="12208"/>
                  </a:cubicBezTo>
                  <a:cubicBezTo>
                    <a:pt x="1347462" y="20024"/>
                    <a:pt x="1351853" y="30625"/>
                    <a:pt x="1351853" y="41679"/>
                  </a:cubicBezTo>
                  <a:lnTo>
                    <a:pt x="1351853" y="361748"/>
                  </a:lnTo>
                  <a:cubicBezTo>
                    <a:pt x="1351853" y="384767"/>
                    <a:pt x="1333192" y="403427"/>
                    <a:pt x="1310173" y="403427"/>
                  </a:cubicBezTo>
                  <a:lnTo>
                    <a:pt x="41679" y="403427"/>
                  </a:lnTo>
                  <a:cubicBezTo>
                    <a:pt x="30625" y="403427"/>
                    <a:pt x="20024" y="399036"/>
                    <a:pt x="12208" y="391220"/>
                  </a:cubicBezTo>
                  <a:cubicBezTo>
                    <a:pt x="4391" y="383403"/>
                    <a:pt x="0" y="372802"/>
                    <a:pt x="0" y="361748"/>
                  </a:cubicBezTo>
                  <a:lnTo>
                    <a:pt x="0" y="41679"/>
                  </a:lnTo>
                  <a:cubicBezTo>
                    <a:pt x="0" y="30625"/>
                    <a:pt x="4391" y="20024"/>
                    <a:pt x="12208" y="12208"/>
                  </a:cubicBezTo>
                  <a:cubicBezTo>
                    <a:pt x="20024" y="4391"/>
                    <a:pt x="30625" y="0"/>
                    <a:pt x="4167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30A193"/>
              </a:solidFill>
              <a:prstDash val="dash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351853" cy="432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610486" y="693854"/>
            <a:ext cx="6964234" cy="1467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040"/>
              </a:lnSpc>
              <a:spcBef>
                <a:spcPct val="0"/>
              </a:spcBef>
            </a:pPr>
            <a:r>
              <a:rPr lang="en-US" sz="8600">
                <a:solidFill>
                  <a:srgbClr val="2A3C63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Font uses</a:t>
            </a:r>
          </a:p>
        </p:txBody>
      </p:sp>
      <p:sp>
        <p:nvSpPr>
          <p:cNvPr name="TextBox 18" id="18"/>
          <p:cNvSpPr txBox="true"/>
          <p:nvPr/>
        </p:nvSpPr>
        <p:spPr>
          <a:xfrm rot="15128">
            <a:off x="2114568" y="3743307"/>
            <a:ext cx="4088251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2A3C63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Used in brand name and other section headers.</a:t>
            </a:r>
          </a:p>
        </p:txBody>
      </p:sp>
      <p:sp>
        <p:nvSpPr>
          <p:cNvPr name="TextBox 19" id="19"/>
          <p:cNvSpPr txBox="true"/>
          <p:nvPr/>
        </p:nvSpPr>
        <p:spPr>
          <a:xfrm rot="15128">
            <a:off x="1611221" y="3239672"/>
            <a:ext cx="47931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40"/>
              </a:lnSpc>
              <a:spcBef>
                <a:spcPct val="0"/>
              </a:spcBef>
            </a:pPr>
            <a:r>
              <a:rPr lang="en-US" b="true" sz="2400" i="true">
                <a:solidFill>
                  <a:srgbClr val="2A3C63"/>
                </a:solidFill>
                <a:latin typeface="IBM Plex Serif Bold Italics"/>
                <a:ea typeface="IBM Plex Serif Bold Italics"/>
                <a:cs typeface="IBM Plex Serif Bold Italics"/>
                <a:sym typeface="IBM Plex Serif Bold Italics"/>
              </a:rPr>
              <a:t>Dancing Script</a:t>
            </a:r>
          </a:p>
        </p:txBody>
      </p:sp>
      <p:sp>
        <p:nvSpPr>
          <p:cNvPr name="TextBox 20" id="20"/>
          <p:cNvSpPr txBox="true"/>
          <p:nvPr/>
        </p:nvSpPr>
        <p:spPr>
          <a:xfrm rot="15128">
            <a:off x="2114225" y="5212004"/>
            <a:ext cx="47931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40"/>
              </a:lnSpc>
              <a:spcBef>
                <a:spcPct val="0"/>
              </a:spcBef>
            </a:pPr>
            <a:r>
              <a:rPr lang="en-US" b="true" sz="2400" i="true">
                <a:solidFill>
                  <a:srgbClr val="2A3C63"/>
                </a:solidFill>
                <a:latin typeface="IBM Plex Serif Bold Italics"/>
                <a:ea typeface="IBM Plex Serif Bold Italics"/>
                <a:cs typeface="IBM Plex Serif Bold Italics"/>
                <a:sym typeface="IBM Plex Serif Bold Italics"/>
              </a:rPr>
              <a:t>Eczar</a:t>
            </a:r>
          </a:p>
        </p:txBody>
      </p:sp>
      <p:sp>
        <p:nvSpPr>
          <p:cNvPr name="TextBox 21" id="21"/>
          <p:cNvSpPr txBox="true"/>
          <p:nvPr/>
        </p:nvSpPr>
        <p:spPr>
          <a:xfrm rot="15128">
            <a:off x="2724697" y="5719223"/>
            <a:ext cx="4088251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2A3C63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Used in cards header. 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2841174" y="6716194"/>
            <a:ext cx="5386718" cy="1607534"/>
            <a:chOff x="0" y="0"/>
            <a:chExt cx="1351853" cy="40342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51853" cy="403427"/>
            </a:xfrm>
            <a:custGeom>
              <a:avLst/>
              <a:gdLst/>
              <a:ahLst/>
              <a:cxnLst/>
              <a:rect r="r" b="b" t="t" l="l"/>
              <a:pathLst>
                <a:path h="403427" w="1351853">
                  <a:moveTo>
                    <a:pt x="41679" y="0"/>
                  </a:moveTo>
                  <a:lnTo>
                    <a:pt x="1310173" y="0"/>
                  </a:lnTo>
                  <a:cubicBezTo>
                    <a:pt x="1321228" y="0"/>
                    <a:pt x="1331829" y="4391"/>
                    <a:pt x="1339645" y="12208"/>
                  </a:cubicBezTo>
                  <a:cubicBezTo>
                    <a:pt x="1347462" y="20024"/>
                    <a:pt x="1351853" y="30625"/>
                    <a:pt x="1351853" y="41679"/>
                  </a:cubicBezTo>
                  <a:lnTo>
                    <a:pt x="1351853" y="361748"/>
                  </a:lnTo>
                  <a:cubicBezTo>
                    <a:pt x="1351853" y="384767"/>
                    <a:pt x="1333192" y="403427"/>
                    <a:pt x="1310173" y="403427"/>
                  </a:cubicBezTo>
                  <a:lnTo>
                    <a:pt x="41679" y="403427"/>
                  </a:lnTo>
                  <a:cubicBezTo>
                    <a:pt x="30625" y="403427"/>
                    <a:pt x="20024" y="399036"/>
                    <a:pt x="12208" y="391220"/>
                  </a:cubicBezTo>
                  <a:cubicBezTo>
                    <a:pt x="4391" y="383403"/>
                    <a:pt x="0" y="372802"/>
                    <a:pt x="0" y="361748"/>
                  </a:cubicBezTo>
                  <a:lnTo>
                    <a:pt x="0" y="41679"/>
                  </a:lnTo>
                  <a:cubicBezTo>
                    <a:pt x="0" y="30625"/>
                    <a:pt x="4391" y="20024"/>
                    <a:pt x="12208" y="12208"/>
                  </a:cubicBezTo>
                  <a:cubicBezTo>
                    <a:pt x="20024" y="4391"/>
                    <a:pt x="30625" y="0"/>
                    <a:pt x="4167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30A193"/>
              </a:solidFill>
              <a:prstDash val="dash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1351853" cy="432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15128">
            <a:off x="3188810" y="7031538"/>
            <a:ext cx="47931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40"/>
              </a:lnSpc>
              <a:spcBef>
                <a:spcPct val="0"/>
              </a:spcBef>
            </a:pPr>
            <a:r>
              <a:rPr lang="en-US" b="true" sz="2400" i="true">
                <a:solidFill>
                  <a:srgbClr val="2A3C63"/>
                </a:solidFill>
                <a:latin typeface="IBM Plex Serif Bold Italics"/>
                <a:ea typeface="IBM Plex Serif Bold Italics"/>
                <a:cs typeface="IBM Plex Serif Bold Italics"/>
                <a:sym typeface="IBM Plex Serif Bold Italics"/>
              </a:rPr>
              <a:t>Josefin Sans</a:t>
            </a:r>
          </a:p>
        </p:txBody>
      </p:sp>
      <p:sp>
        <p:nvSpPr>
          <p:cNvPr name="TextBox 26" id="26"/>
          <p:cNvSpPr txBox="true"/>
          <p:nvPr/>
        </p:nvSpPr>
        <p:spPr>
          <a:xfrm rot="15128">
            <a:off x="3891029" y="7623775"/>
            <a:ext cx="4088251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0"/>
              </a:lnSpc>
              <a:spcBef>
                <a:spcPct val="0"/>
              </a:spcBef>
            </a:pPr>
            <a:r>
              <a:rPr lang="en-US" sz="1800">
                <a:solidFill>
                  <a:srgbClr val="2A3C63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Used in cards paragraph. 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-2512334">
            <a:off x="8520811" y="5824678"/>
            <a:ext cx="3926506" cy="3123007"/>
          </a:xfrm>
          <a:custGeom>
            <a:avLst/>
            <a:gdLst/>
            <a:ahLst/>
            <a:cxnLst/>
            <a:rect r="r" b="b" t="t" l="l"/>
            <a:pathLst>
              <a:path h="3123007" w="3926506">
                <a:moveTo>
                  <a:pt x="0" y="0"/>
                </a:moveTo>
                <a:lnTo>
                  <a:pt x="3926507" y="0"/>
                </a:lnTo>
                <a:lnTo>
                  <a:pt x="3926507" y="3123006"/>
                </a:lnTo>
                <a:lnTo>
                  <a:pt x="0" y="31230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49071" b="-43124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899924" y="7519961"/>
            <a:ext cx="5320545" cy="2265277"/>
          </a:xfrm>
          <a:custGeom>
            <a:avLst/>
            <a:gdLst/>
            <a:ahLst/>
            <a:cxnLst/>
            <a:rect r="r" b="b" t="t" l="l"/>
            <a:pathLst>
              <a:path h="2265277" w="5320545">
                <a:moveTo>
                  <a:pt x="0" y="0"/>
                </a:moveTo>
                <a:lnTo>
                  <a:pt x="5320545" y="0"/>
                </a:lnTo>
                <a:lnTo>
                  <a:pt x="5320545" y="2265276"/>
                </a:lnTo>
                <a:lnTo>
                  <a:pt x="0" y="226527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11993" r="0" b="-64161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20915" y="2305537"/>
            <a:ext cx="6541680" cy="5586690"/>
          </a:xfrm>
          <a:custGeom>
            <a:avLst/>
            <a:gdLst/>
            <a:ahLst/>
            <a:cxnLst/>
            <a:rect r="r" b="b" t="t" l="l"/>
            <a:pathLst>
              <a:path h="5586690" w="6541680">
                <a:moveTo>
                  <a:pt x="0" y="0"/>
                </a:moveTo>
                <a:lnTo>
                  <a:pt x="6541680" y="0"/>
                </a:lnTo>
                <a:lnTo>
                  <a:pt x="6541680" y="5586690"/>
                </a:lnTo>
                <a:lnTo>
                  <a:pt x="0" y="55866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4773" y="213995"/>
            <a:ext cx="9752038" cy="1467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040"/>
              </a:lnSpc>
              <a:spcBef>
                <a:spcPct val="0"/>
              </a:spcBef>
            </a:pPr>
            <a:r>
              <a:rPr lang="en-US" sz="8600">
                <a:solidFill>
                  <a:srgbClr val="2A3C63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In the shop cards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020906">
            <a:off x="2518081" y="3461807"/>
            <a:ext cx="4116538" cy="3274151"/>
          </a:xfrm>
          <a:custGeom>
            <a:avLst/>
            <a:gdLst/>
            <a:ahLst/>
            <a:cxnLst/>
            <a:rect r="r" b="b" t="t" l="l"/>
            <a:pathLst>
              <a:path h="3274151" w="4116538">
                <a:moveTo>
                  <a:pt x="0" y="0"/>
                </a:moveTo>
                <a:lnTo>
                  <a:pt x="4116537" y="0"/>
                </a:lnTo>
                <a:lnTo>
                  <a:pt x="4116537" y="3274151"/>
                </a:lnTo>
                <a:lnTo>
                  <a:pt x="0" y="32741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49071" b="-43124"/>
            </a:stretch>
          </a:blipFill>
        </p:spPr>
      </p:sp>
      <p:sp>
        <p:nvSpPr>
          <p:cNvPr name="TextBox 5" id="5"/>
          <p:cNvSpPr txBox="true"/>
          <p:nvPr/>
        </p:nvSpPr>
        <p:spPr>
          <a:xfrm rot="61258">
            <a:off x="558311" y="7103415"/>
            <a:ext cx="7267692" cy="461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9"/>
              </a:lnSpc>
              <a:spcBef>
                <a:spcPct val="0"/>
              </a:spcBef>
            </a:pPr>
            <a:r>
              <a:rPr lang="en-US" sz="3199">
                <a:solidFill>
                  <a:srgbClr val="2A3C63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glassy background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418667">
            <a:off x="11226820" y="3287077"/>
            <a:ext cx="5090342" cy="4048681"/>
          </a:xfrm>
          <a:custGeom>
            <a:avLst/>
            <a:gdLst/>
            <a:ahLst/>
            <a:cxnLst/>
            <a:rect r="r" b="b" t="t" l="l"/>
            <a:pathLst>
              <a:path h="4048681" w="5090342">
                <a:moveTo>
                  <a:pt x="0" y="0"/>
                </a:moveTo>
                <a:lnTo>
                  <a:pt x="5090342" y="0"/>
                </a:lnTo>
                <a:lnTo>
                  <a:pt x="5090342" y="4048681"/>
                </a:lnTo>
                <a:lnTo>
                  <a:pt x="0" y="40486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49071" b="-43124"/>
            </a:stretch>
          </a:blipFill>
        </p:spPr>
      </p:sp>
      <p:sp>
        <p:nvSpPr>
          <p:cNvPr name="TextBox 7" id="7"/>
          <p:cNvSpPr txBox="true"/>
          <p:nvPr/>
        </p:nvSpPr>
        <p:spPr>
          <a:xfrm rot="61258">
            <a:off x="14251119" y="7103415"/>
            <a:ext cx="7267692" cy="461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9"/>
              </a:lnSpc>
              <a:spcBef>
                <a:spcPct val="0"/>
              </a:spcBef>
            </a:pPr>
            <a:r>
              <a:rPr lang="en-US" sz="3199">
                <a:solidFill>
                  <a:srgbClr val="2A3C63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Png image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EB0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97923" y="4497062"/>
            <a:ext cx="14092229" cy="280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99"/>
              </a:lnSpc>
            </a:pPr>
            <a:r>
              <a:rPr lang="en-US" sz="9999">
                <a:solidFill>
                  <a:srgbClr val="FDF7F1"/>
                </a:solidFill>
                <a:latin typeface="IBM Plex Serif"/>
                <a:ea typeface="IBM Plex Serif"/>
                <a:cs typeface="IBM Plex Serif"/>
                <a:sym typeface="IBM Plex Serif"/>
              </a:rPr>
              <a:t>Thanks for watching..</a:t>
            </a:r>
          </a:p>
          <a:p>
            <a:pPr algn="ctr">
              <a:lnSpc>
                <a:spcPts val="1099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true" rot="-4156210">
            <a:off x="1750890" y="-2354313"/>
            <a:ext cx="3005292" cy="5820107"/>
          </a:xfrm>
          <a:custGeom>
            <a:avLst/>
            <a:gdLst/>
            <a:ahLst/>
            <a:cxnLst/>
            <a:rect r="r" b="b" t="t" l="l"/>
            <a:pathLst>
              <a:path h="5820107" w="3005292">
                <a:moveTo>
                  <a:pt x="0" y="5820107"/>
                </a:moveTo>
                <a:lnTo>
                  <a:pt x="3005291" y="5820107"/>
                </a:lnTo>
                <a:lnTo>
                  <a:pt x="3005291" y="0"/>
                </a:lnTo>
                <a:lnTo>
                  <a:pt x="0" y="0"/>
                </a:lnTo>
                <a:lnTo>
                  <a:pt x="0" y="582010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799999">
            <a:off x="4135579" y="-718942"/>
            <a:ext cx="5376197" cy="2157199"/>
          </a:xfrm>
          <a:custGeom>
            <a:avLst/>
            <a:gdLst/>
            <a:ahLst/>
            <a:cxnLst/>
            <a:rect r="r" b="b" t="t" l="l"/>
            <a:pathLst>
              <a:path h="2157199" w="5376197">
                <a:moveTo>
                  <a:pt x="0" y="0"/>
                </a:moveTo>
                <a:lnTo>
                  <a:pt x="5376196" y="0"/>
                </a:lnTo>
                <a:lnTo>
                  <a:pt x="5376196" y="2157199"/>
                </a:lnTo>
                <a:lnTo>
                  <a:pt x="0" y="21571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5725641">
            <a:off x="11176501" y="6885833"/>
            <a:ext cx="3758269" cy="7278338"/>
          </a:xfrm>
          <a:custGeom>
            <a:avLst/>
            <a:gdLst/>
            <a:ahLst/>
            <a:cxnLst/>
            <a:rect r="r" b="b" t="t" l="l"/>
            <a:pathLst>
              <a:path h="7278338" w="3758269">
                <a:moveTo>
                  <a:pt x="0" y="7278338"/>
                </a:moveTo>
                <a:lnTo>
                  <a:pt x="3758269" y="7278338"/>
                </a:lnTo>
                <a:lnTo>
                  <a:pt x="3758269" y="0"/>
                </a:lnTo>
                <a:lnTo>
                  <a:pt x="0" y="0"/>
                </a:lnTo>
                <a:lnTo>
                  <a:pt x="0" y="727833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666355">
            <a:off x="14943165" y="6916923"/>
            <a:ext cx="4846318" cy="4682754"/>
          </a:xfrm>
          <a:custGeom>
            <a:avLst/>
            <a:gdLst/>
            <a:ahLst/>
            <a:cxnLst/>
            <a:rect r="r" b="b" t="t" l="l"/>
            <a:pathLst>
              <a:path h="4682754" w="4846318">
                <a:moveTo>
                  <a:pt x="0" y="0"/>
                </a:moveTo>
                <a:lnTo>
                  <a:pt x="4846318" y="0"/>
                </a:lnTo>
                <a:lnTo>
                  <a:pt x="4846318" y="4682754"/>
                </a:lnTo>
                <a:lnTo>
                  <a:pt x="0" y="46827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7373035">
            <a:off x="15642887" y="7054058"/>
            <a:ext cx="1302834" cy="1336863"/>
          </a:xfrm>
          <a:custGeom>
            <a:avLst/>
            <a:gdLst/>
            <a:ahLst/>
            <a:cxnLst/>
            <a:rect r="r" b="b" t="t" l="l"/>
            <a:pathLst>
              <a:path h="1336863" w="1302834">
                <a:moveTo>
                  <a:pt x="0" y="0"/>
                </a:moveTo>
                <a:lnTo>
                  <a:pt x="1302834" y="0"/>
                </a:lnTo>
                <a:lnTo>
                  <a:pt x="1302834" y="1336863"/>
                </a:lnTo>
                <a:lnTo>
                  <a:pt x="0" y="13368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55045" y="5767518"/>
            <a:ext cx="4690585" cy="997815"/>
          </a:xfrm>
          <a:custGeom>
            <a:avLst/>
            <a:gdLst/>
            <a:ahLst/>
            <a:cxnLst/>
            <a:rect r="r" b="b" t="t" l="l"/>
            <a:pathLst>
              <a:path h="997815" w="4690585">
                <a:moveTo>
                  <a:pt x="0" y="0"/>
                </a:moveTo>
                <a:lnTo>
                  <a:pt x="4690586" y="0"/>
                </a:lnTo>
                <a:lnTo>
                  <a:pt x="4690586" y="997816"/>
                </a:lnTo>
                <a:lnTo>
                  <a:pt x="0" y="9978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38090" y="832029"/>
            <a:ext cx="4351796" cy="3229734"/>
            <a:chOff x="0" y="0"/>
            <a:chExt cx="5802395" cy="4306313"/>
          </a:xfrm>
        </p:grpSpPr>
        <p:sp>
          <p:nvSpPr>
            <p:cNvPr name="Freeform 10" id="10"/>
            <p:cNvSpPr/>
            <p:nvPr/>
          </p:nvSpPr>
          <p:spPr>
            <a:xfrm flipH="true" flipV="false" rot="1092729">
              <a:off x="3213869" y="310667"/>
              <a:ext cx="2321531" cy="2080672"/>
            </a:xfrm>
            <a:custGeom>
              <a:avLst/>
              <a:gdLst/>
              <a:ahLst/>
              <a:cxnLst/>
              <a:rect r="r" b="b" t="t" l="l"/>
              <a:pathLst>
                <a:path h="2080672" w="2321531">
                  <a:moveTo>
                    <a:pt x="2321531" y="0"/>
                  </a:moveTo>
                  <a:lnTo>
                    <a:pt x="0" y="0"/>
                  </a:lnTo>
                  <a:lnTo>
                    <a:pt x="0" y="2080672"/>
                  </a:lnTo>
                  <a:lnTo>
                    <a:pt x="2321531" y="2080672"/>
                  </a:lnTo>
                  <a:lnTo>
                    <a:pt x="2321531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1" id="11"/>
            <p:cNvSpPr/>
            <p:nvPr/>
          </p:nvSpPr>
          <p:spPr>
            <a:xfrm flipH="false" flipV="true" rot="6096560">
              <a:off x="251995" y="620955"/>
              <a:ext cx="3446844" cy="3325225"/>
            </a:xfrm>
            <a:custGeom>
              <a:avLst/>
              <a:gdLst/>
              <a:ahLst/>
              <a:cxnLst/>
              <a:rect r="r" b="b" t="t" l="l"/>
              <a:pathLst>
                <a:path h="3325225" w="3446844">
                  <a:moveTo>
                    <a:pt x="0" y="3325225"/>
                  </a:moveTo>
                  <a:lnTo>
                    <a:pt x="3446844" y="3325225"/>
                  </a:lnTo>
                  <a:lnTo>
                    <a:pt x="3446844" y="0"/>
                  </a:lnTo>
                  <a:lnTo>
                    <a:pt x="0" y="0"/>
                  </a:lnTo>
                  <a:lnTo>
                    <a:pt x="0" y="3325225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-42768" t="0" r="0" b="-35881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DAGWqUHwagc</dc:identifier>
  <dcterms:modified xsi:type="dcterms:W3CDTF">2011-08-01T06:04:30Z</dcterms:modified>
  <cp:revision>1</cp:revision>
  <dc:title>Harue SkinCare Shop Presentation</dc:title>
</cp:coreProperties>
</file>